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73" r:id="rId3"/>
    <p:sldId id="258" r:id="rId4"/>
    <p:sldId id="264" r:id="rId5"/>
    <p:sldId id="259" r:id="rId6"/>
    <p:sldId id="275" r:id="rId7"/>
    <p:sldId id="260" r:id="rId8"/>
    <p:sldId id="261" r:id="rId9"/>
    <p:sldId id="262" r:id="rId10"/>
    <p:sldId id="263" r:id="rId11"/>
    <p:sldId id="277" r:id="rId12"/>
    <p:sldId id="265" r:id="rId13"/>
    <p:sldId id="276" r:id="rId14"/>
    <p:sldId id="270"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445A72-2CAB-5864-170F-77EF5D9DDD00}" v="646" dt="2026-04-27T22:48:20.555"/>
    <p1510:client id="{D444203C-688D-B7C1-125B-F2CA6F10F0BB}" v="3150" dt="2026-04-27T22:43:03.024"/>
    <p1510:client id="{D7C5259D-D343-92E6-F4B8-874189114BE7}" v="196" dt="2026-04-27T18:44:41.045"/>
    <p1510:client id="{DC2230E1-A274-409A-88A4-02614A5F71D2}" v="5143" dt="2026-04-27T22:48:01.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knight, Sean (spmcknight42)" userId="S::spmcknight42@tntech.edu::003f1fe2-1713-4eb9-9d72-4107ae8fb387" providerId="AD" clId="Web-{D444203C-688D-B7C1-125B-F2CA6F10F0BB}"/>
    <pc:docChg chg="addSld modSld sldOrd">
      <pc:chgData name="Mcknight, Sean (spmcknight42)" userId="S::spmcknight42@tntech.edu::003f1fe2-1713-4eb9-9d72-4107ae8fb387" providerId="AD" clId="Web-{D444203C-688D-B7C1-125B-F2CA6F10F0BB}" dt="2026-04-27T22:36:44.525" v="3187" actId="20577"/>
      <pc:docMkLst>
        <pc:docMk/>
      </pc:docMkLst>
      <pc:sldChg chg="modSp">
        <pc:chgData name="Mcknight, Sean (spmcknight42)" userId="S::spmcknight42@tntech.edu::003f1fe2-1713-4eb9-9d72-4107ae8fb387" providerId="AD" clId="Web-{D444203C-688D-B7C1-125B-F2CA6F10F0BB}" dt="2026-04-27T22:36:44.525" v="3187" actId="20577"/>
        <pc:sldMkLst>
          <pc:docMk/>
          <pc:sldMk cId="4155384758" sldId="258"/>
        </pc:sldMkLst>
        <pc:spChg chg="mod">
          <ac:chgData name="Mcknight, Sean (spmcknight42)" userId="S::spmcknight42@tntech.edu::003f1fe2-1713-4eb9-9d72-4107ae8fb387" providerId="AD" clId="Web-{D444203C-688D-B7C1-125B-F2CA6F10F0BB}" dt="2026-04-27T22:36:44.525" v="3187" actId="20577"/>
          <ac:spMkLst>
            <pc:docMk/>
            <pc:sldMk cId="4155384758" sldId="258"/>
            <ac:spMk id="3" creationId="{375B69ED-C908-F1B3-483B-CB594DAA2576}"/>
          </ac:spMkLst>
        </pc:spChg>
      </pc:sldChg>
      <pc:sldChg chg="modSp">
        <pc:chgData name="Mcknight, Sean (spmcknight42)" userId="S::spmcknight42@tntech.edu::003f1fe2-1713-4eb9-9d72-4107ae8fb387" providerId="AD" clId="Web-{D444203C-688D-B7C1-125B-F2CA6F10F0BB}" dt="2026-04-27T21:33:15.686" v="2022" actId="20577"/>
        <pc:sldMkLst>
          <pc:docMk/>
          <pc:sldMk cId="3051435070" sldId="260"/>
        </pc:sldMkLst>
        <pc:spChg chg="mod">
          <ac:chgData name="Mcknight, Sean (spmcknight42)" userId="S::spmcknight42@tntech.edu::003f1fe2-1713-4eb9-9d72-4107ae8fb387" providerId="AD" clId="Web-{D444203C-688D-B7C1-125B-F2CA6F10F0BB}" dt="2026-04-27T21:33:15.686" v="2022" actId="20577"/>
          <ac:spMkLst>
            <pc:docMk/>
            <pc:sldMk cId="3051435070" sldId="260"/>
            <ac:spMk id="3" creationId="{4EEB5D30-F96B-4BCD-7A64-2EA94E4742B4}"/>
          </ac:spMkLst>
        </pc:spChg>
      </pc:sldChg>
      <pc:sldChg chg="addSp modSp mod setBg">
        <pc:chgData name="Mcknight, Sean (spmcknight42)" userId="S::spmcknight42@tntech.edu::003f1fe2-1713-4eb9-9d72-4107ae8fb387" providerId="AD" clId="Web-{D444203C-688D-B7C1-125B-F2CA6F10F0BB}" dt="2026-04-27T21:06:02.114" v="197"/>
        <pc:sldMkLst>
          <pc:docMk/>
          <pc:sldMk cId="3031722246" sldId="271"/>
        </pc:sldMkLst>
        <pc:spChg chg="mod">
          <ac:chgData name="Mcknight, Sean (spmcknight42)" userId="S::spmcknight42@tntech.edu::003f1fe2-1713-4eb9-9d72-4107ae8fb387" providerId="AD" clId="Web-{D444203C-688D-B7C1-125B-F2CA6F10F0BB}" dt="2026-04-27T21:06:02.114" v="197"/>
          <ac:spMkLst>
            <pc:docMk/>
            <pc:sldMk cId="3031722246" sldId="271"/>
            <ac:spMk id="2" creationId="{C42E5BA0-5325-EC80-C048-5E539B1B08F2}"/>
          </ac:spMkLst>
        </pc:spChg>
        <pc:spChg chg="mod">
          <ac:chgData name="Mcknight, Sean (spmcknight42)" userId="S::spmcknight42@tntech.edu::003f1fe2-1713-4eb9-9d72-4107ae8fb387" providerId="AD" clId="Web-{D444203C-688D-B7C1-125B-F2CA6F10F0BB}" dt="2026-04-27T21:06:02.114" v="197"/>
          <ac:spMkLst>
            <pc:docMk/>
            <pc:sldMk cId="3031722246" sldId="271"/>
            <ac:spMk id="3" creationId="{CF73E71A-0803-34FB-7863-A7CA3BC22C96}"/>
          </ac:spMkLst>
        </pc:spChg>
        <pc:spChg chg="add">
          <ac:chgData name="Mcknight, Sean (spmcknight42)" userId="S::spmcknight42@tntech.edu::003f1fe2-1713-4eb9-9d72-4107ae8fb387" providerId="AD" clId="Web-{D444203C-688D-B7C1-125B-F2CA6F10F0BB}" dt="2026-04-27T21:06:02.114" v="197"/>
          <ac:spMkLst>
            <pc:docMk/>
            <pc:sldMk cId="3031722246" sldId="271"/>
            <ac:spMk id="14" creationId="{BD7C2DEF-63C5-495B-BBE5-720E5D12B4D2}"/>
          </ac:spMkLst>
        </pc:spChg>
        <pc:picChg chg="add">
          <ac:chgData name="Mcknight, Sean (spmcknight42)" userId="S::spmcknight42@tntech.edu::003f1fe2-1713-4eb9-9d72-4107ae8fb387" providerId="AD" clId="Web-{D444203C-688D-B7C1-125B-F2CA6F10F0BB}" dt="2026-04-27T21:06:02.114" v="197"/>
          <ac:picMkLst>
            <pc:docMk/>
            <pc:sldMk cId="3031722246" sldId="271"/>
            <ac:picMk id="7" creationId="{0A56A407-9A7E-093E-508D-B75A7E496876}"/>
          </ac:picMkLst>
        </pc:picChg>
        <pc:picChg chg="add">
          <ac:chgData name="Mcknight, Sean (spmcknight42)" userId="S::spmcknight42@tntech.edu::003f1fe2-1713-4eb9-9d72-4107ae8fb387" providerId="AD" clId="Web-{D444203C-688D-B7C1-125B-F2CA6F10F0BB}" dt="2026-04-27T21:06:02.114" v="197"/>
          <ac:picMkLst>
            <pc:docMk/>
            <pc:sldMk cId="3031722246" sldId="271"/>
            <ac:picMk id="10" creationId="{BDFADFB3-3D44-49A8-AE3B-A87C61607F7E}"/>
          </ac:picMkLst>
        </pc:picChg>
        <pc:picChg chg="add">
          <ac:chgData name="Mcknight, Sean (spmcknight42)" userId="S::spmcknight42@tntech.edu::003f1fe2-1713-4eb9-9d72-4107ae8fb387" providerId="AD" clId="Web-{D444203C-688D-B7C1-125B-F2CA6F10F0BB}" dt="2026-04-27T21:06:02.114" v="197"/>
          <ac:picMkLst>
            <pc:docMk/>
            <pc:sldMk cId="3031722246" sldId="271"/>
            <ac:picMk id="12" creationId="{BB912AE0-CAD9-4F8F-A2A2-BDF07D4EDD22}"/>
          </ac:picMkLst>
        </pc:picChg>
        <pc:picChg chg="add">
          <ac:chgData name="Mcknight, Sean (spmcknight42)" userId="S::spmcknight42@tntech.edu::003f1fe2-1713-4eb9-9d72-4107ae8fb387" providerId="AD" clId="Web-{D444203C-688D-B7C1-125B-F2CA6F10F0BB}" dt="2026-04-27T21:06:02.114" v="197"/>
          <ac:picMkLst>
            <pc:docMk/>
            <pc:sldMk cId="3031722246" sldId="271"/>
            <ac:picMk id="16" creationId="{FE21E403-0B61-4473-BE57-AB0F16379674}"/>
          </ac:picMkLst>
        </pc:picChg>
      </pc:sldChg>
      <pc:sldChg chg="modSp">
        <pc:chgData name="Mcknight, Sean (spmcknight42)" userId="S::spmcknight42@tntech.edu::003f1fe2-1713-4eb9-9d72-4107ae8fb387" providerId="AD" clId="Web-{D444203C-688D-B7C1-125B-F2CA6F10F0BB}" dt="2026-04-27T21:41:04.938" v="2024" actId="20577"/>
        <pc:sldMkLst>
          <pc:docMk/>
          <pc:sldMk cId="3739301449" sldId="275"/>
        </pc:sldMkLst>
        <pc:spChg chg="mod">
          <ac:chgData name="Mcknight, Sean (spmcknight42)" userId="S::spmcknight42@tntech.edu::003f1fe2-1713-4eb9-9d72-4107ae8fb387" providerId="AD" clId="Web-{D444203C-688D-B7C1-125B-F2CA6F10F0BB}" dt="2026-04-27T21:33:10.264" v="2006" actId="20577"/>
          <ac:spMkLst>
            <pc:docMk/>
            <pc:sldMk cId="3739301449" sldId="275"/>
            <ac:spMk id="2" creationId="{88CB3C7B-7B9E-EED0-8328-73C24227142C}"/>
          </ac:spMkLst>
        </pc:spChg>
        <pc:spChg chg="mod">
          <ac:chgData name="Mcknight, Sean (spmcknight42)" userId="S::spmcknight42@tntech.edu::003f1fe2-1713-4eb9-9d72-4107ae8fb387" providerId="AD" clId="Web-{D444203C-688D-B7C1-125B-F2CA6F10F0BB}" dt="2026-04-27T21:41:04.938" v="2024" actId="20577"/>
          <ac:spMkLst>
            <pc:docMk/>
            <pc:sldMk cId="3739301449" sldId="275"/>
            <ac:spMk id="3" creationId="{C87C9EB7-4252-C344-3B36-3C74C0236D4D}"/>
          </ac:spMkLst>
        </pc:spChg>
      </pc:sldChg>
      <pc:sldChg chg="modSp new ord modNotes">
        <pc:chgData name="Mcknight, Sean (spmcknight42)" userId="S::spmcknight42@tntech.edu::003f1fe2-1713-4eb9-9d72-4107ae8fb387" providerId="AD" clId="Web-{D444203C-688D-B7C1-125B-F2CA6F10F0BB}" dt="2026-04-27T22:08:51.713" v="3182" actId="20577"/>
        <pc:sldMkLst>
          <pc:docMk/>
          <pc:sldMk cId="2309592420" sldId="277"/>
        </pc:sldMkLst>
        <pc:spChg chg="mod">
          <ac:chgData name="Mcknight, Sean (spmcknight42)" userId="S::spmcknight42@tntech.edu::003f1fe2-1713-4eb9-9d72-4107ae8fb387" providerId="AD" clId="Web-{D444203C-688D-B7C1-125B-F2CA6F10F0BB}" dt="2026-04-27T21:42:54.330" v="2046" actId="20577"/>
          <ac:spMkLst>
            <pc:docMk/>
            <pc:sldMk cId="2309592420" sldId="277"/>
            <ac:spMk id="2" creationId="{54948404-BD3B-7CAB-CC70-B3324BFC0C96}"/>
          </ac:spMkLst>
        </pc:spChg>
        <pc:spChg chg="mod">
          <ac:chgData name="Mcknight, Sean (spmcknight42)" userId="S::spmcknight42@tntech.edu::003f1fe2-1713-4eb9-9d72-4107ae8fb387" providerId="AD" clId="Web-{D444203C-688D-B7C1-125B-F2CA6F10F0BB}" dt="2026-04-27T22:08:51.713" v="3182" actId="20577"/>
          <ac:spMkLst>
            <pc:docMk/>
            <pc:sldMk cId="2309592420" sldId="277"/>
            <ac:spMk id="3" creationId="{08F2205D-4BAC-2F07-11C5-74A93BC0CF64}"/>
          </ac:spMkLst>
        </pc:spChg>
      </pc:sldChg>
    </pc:docChg>
  </pc:docChgLst>
  <pc:docChgLst>
    <pc:chgData name="Ramirez, Erick (eramirez42)" userId="S::eramirez42@tntech.edu::f356a4d5-4d0a-4004-af08-5b379c52d66d" providerId="AD" clId="Web-{68445A72-2CAB-5864-170F-77EF5D9DDD00}"/>
    <pc:docChg chg="addSld delSld modSld">
      <pc:chgData name="Ramirez, Erick (eramirez42)" userId="S::eramirez42@tntech.edu::f356a4d5-4d0a-4004-af08-5b379c52d66d" providerId="AD" clId="Web-{68445A72-2CAB-5864-170F-77EF5D9DDD00}" dt="2026-04-27T22:48:20.555" v="660" actId="20577"/>
      <pc:docMkLst>
        <pc:docMk/>
      </pc:docMkLst>
      <pc:sldChg chg="addSp delSp modSp">
        <pc:chgData name="Ramirez, Erick (eramirez42)" userId="S::eramirez42@tntech.edu::f356a4d5-4d0a-4004-af08-5b379c52d66d" providerId="AD" clId="Web-{68445A72-2CAB-5864-170F-77EF5D9DDD00}" dt="2026-04-27T21:06:07.599" v="462" actId="20577"/>
        <pc:sldMkLst>
          <pc:docMk/>
          <pc:sldMk cId="2752231155" sldId="262"/>
        </pc:sldMkLst>
        <pc:spChg chg="mod">
          <ac:chgData name="Ramirez, Erick (eramirez42)" userId="S::eramirez42@tntech.edu::f356a4d5-4d0a-4004-af08-5b379c52d66d" providerId="AD" clId="Web-{68445A72-2CAB-5864-170F-77EF5D9DDD00}" dt="2026-04-27T18:52:21.217" v="136" actId="1076"/>
          <ac:spMkLst>
            <pc:docMk/>
            <pc:sldMk cId="2752231155" sldId="262"/>
            <ac:spMk id="2" creationId="{62C8D42F-62DF-615A-07B7-2AD21D17AA5E}"/>
          </ac:spMkLst>
        </pc:spChg>
        <pc:spChg chg="mod">
          <ac:chgData name="Ramirez, Erick (eramirez42)" userId="S::eramirez42@tntech.edu::f356a4d5-4d0a-4004-af08-5b379c52d66d" providerId="AD" clId="Web-{68445A72-2CAB-5864-170F-77EF5D9DDD00}" dt="2026-04-27T21:06:07.599" v="462" actId="20577"/>
          <ac:spMkLst>
            <pc:docMk/>
            <pc:sldMk cId="2752231155" sldId="262"/>
            <ac:spMk id="3" creationId="{B4F76B83-B90A-8782-41E4-CB1AB8953F42}"/>
          </ac:spMkLst>
        </pc:spChg>
        <pc:inkChg chg="add del">
          <ac:chgData name="Ramirez, Erick (eramirez42)" userId="S::eramirez42@tntech.edu::f356a4d5-4d0a-4004-af08-5b379c52d66d" providerId="AD" clId="Web-{68445A72-2CAB-5864-170F-77EF5D9DDD00}" dt="2026-04-27T18:51:48.889" v="128"/>
          <ac:inkMkLst>
            <pc:docMk/>
            <pc:sldMk cId="2752231155" sldId="262"/>
            <ac:inkMk id="4" creationId="{8F3F65E1-C46D-54F4-51DD-8F7915465500}"/>
          </ac:inkMkLst>
        </pc:inkChg>
        <pc:inkChg chg="add del">
          <ac:chgData name="Ramirez, Erick (eramirez42)" userId="S::eramirez42@tntech.edu::f356a4d5-4d0a-4004-af08-5b379c52d66d" providerId="AD" clId="Web-{68445A72-2CAB-5864-170F-77EF5D9DDD00}" dt="2026-04-27T18:51:48.108" v="127"/>
          <ac:inkMkLst>
            <pc:docMk/>
            <pc:sldMk cId="2752231155" sldId="262"/>
            <ac:inkMk id="5" creationId="{049D0C0A-CEE6-0FD8-E116-DE2079F47550}"/>
          </ac:inkMkLst>
        </pc:inkChg>
        <pc:inkChg chg="add">
          <ac:chgData name="Ramirez, Erick (eramirez42)" userId="S::eramirez42@tntech.edu::f356a4d5-4d0a-4004-af08-5b379c52d66d" providerId="AD" clId="Web-{68445A72-2CAB-5864-170F-77EF5D9DDD00}" dt="2026-04-27T18:52:04.576" v="129"/>
          <ac:inkMkLst>
            <pc:docMk/>
            <pc:sldMk cId="2752231155" sldId="262"/>
            <ac:inkMk id="6" creationId="{AA2537B9-06CD-CEC3-37E1-55A39735F4F0}"/>
          </ac:inkMkLst>
        </pc:inkChg>
        <pc:inkChg chg="add del">
          <ac:chgData name="Ramirez, Erick (eramirez42)" userId="S::eramirez42@tntech.edu::f356a4d5-4d0a-4004-af08-5b379c52d66d" providerId="AD" clId="Web-{68445A72-2CAB-5864-170F-77EF5D9DDD00}" dt="2026-04-27T18:52:12.670" v="135"/>
          <ac:inkMkLst>
            <pc:docMk/>
            <pc:sldMk cId="2752231155" sldId="262"/>
            <ac:inkMk id="7" creationId="{C96F9149-9283-8DCB-8032-470740842F18}"/>
          </ac:inkMkLst>
        </pc:inkChg>
        <pc:inkChg chg="add del">
          <ac:chgData name="Ramirez, Erick (eramirez42)" userId="S::eramirez42@tntech.edu::f356a4d5-4d0a-4004-af08-5b379c52d66d" providerId="AD" clId="Web-{68445A72-2CAB-5864-170F-77EF5D9DDD00}" dt="2026-04-27T18:52:11.951" v="134"/>
          <ac:inkMkLst>
            <pc:docMk/>
            <pc:sldMk cId="2752231155" sldId="262"/>
            <ac:inkMk id="8" creationId="{5D681397-2470-02D5-B3AD-E70C84971D9C}"/>
          </ac:inkMkLst>
        </pc:inkChg>
        <pc:inkChg chg="add del">
          <ac:chgData name="Ramirez, Erick (eramirez42)" userId="S::eramirez42@tntech.edu::f356a4d5-4d0a-4004-af08-5b379c52d66d" providerId="AD" clId="Web-{68445A72-2CAB-5864-170F-77EF5D9DDD00}" dt="2026-04-27T18:52:11.248" v="133"/>
          <ac:inkMkLst>
            <pc:docMk/>
            <pc:sldMk cId="2752231155" sldId="262"/>
            <ac:inkMk id="9" creationId="{1952D333-CF5E-B20D-7737-C5623005D53E}"/>
          </ac:inkMkLst>
        </pc:inkChg>
      </pc:sldChg>
      <pc:sldChg chg="modSp">
        <pc:chgData name="Ramirez, Erick (eramirez42)" userId="S::eramirez42@tntech.edu::f356a4d5-4d0a-4004-af08-5b379c52d66d" providerId="AD" clId="Web-{68445A72-2CAB-5864-170F-77EF5D9DDD00}" dt="2026-04-27T21:07:18.458" v="524" actId="20577"/>
        <pc:sldMkLst>
          <pc:docMk/>
          <pc:sldMk cId="3508019218" sldId="263"/>
        </pc:sldMkLst>
        <pc:spChg chg="mod">
          <ac:chgData name="Ramirez, Erick (eramirez42)" userId="S::eramirez42@tntech.edu::f356a4d5-4d0a-4004-af08-5b379c52d66d" providerId="AD" clId="Web-{68445A72-2CAB-5864-170F-77EF5D9DDD00}" dt="2026-04-27T21:07:18.458" v="524" actId="20577"/>
          <ac:spMkLst>
            <pc:docMk/>
            <pc:sldMk cId="3508019218" sldId="263"/>
            <ac:spMk id="3" creationId="{9B11746C-CD77-7E1E-5A3E-41E48533903D}"/>
          </ac:spMkLst>
        </pc:spChg>
      </pc:sldChg>
      <pc:sldChg chg="modSp">
        <pc:chgData name="Ramirez, Erick (eramirez42)" userId="S::eramirez42@tntech.edu::f356a4d5-4d0a-4004-af08-5b379c52d66d" providerId="AD" clId="Web-{68445A72-2CAB-5864-170F-77EF5D9DDD00}" dt="2026-04-27T22:48:20.555" v="660" actId="20577"/>
        <pc:sldMkLst>
          <pc:docMk/>
          <pc:sldMk cId="1053616415" sldId="265"/>
        </pc:sldMkLst>
        <pc:spChg chg="mod">
          <ac:chgData name="Ramirez, Erick (eramirez42)" userId="S::eramirez42@tntech.edu::f356a4d5-4d0a-4004-af08-5b379c52d66d" providerId="AD" clId="Web-{68445A72-2CAB-5864-170F-77EF5D9DDD00}" dt="2026-04-27T20:46:03.739" v="275" actId="20577"/>
          <ac:spMkLst>
            <pc:docMk/>
            <pc:sldMk cId="1053616415" sldId="265"/>
            <ac:spMk id="2" creationId="{F2825F7D-2F28-0364-C927-F71CB9A5CA85}"/>
          </ac:spMkLst>
        </pc:spChg>
        <pc:spChg chg="mod">
          <ac:chgData name="Ramirez, Erick (eramirez42)" userId="S::eramirez42@tntech.edu::f356a4d5-4d0a-4004-af08-5b379c52d66d" providerId="AD" clId="Web-{68445A72-2CAB-5864-170F-77EF5D9DDD00}" dt="2026-04-27T22:48:20.555" v="660" actId="20577"/>
          <ac:spMkLst>
            <pc:docMk/>
            <pc:sldMk cId="1053616415" sldId="265"/>
            <ac:spMk id="3" creationId="{76C49D7F-BB70-6A55-F37F-52044EE27A48}"/>
          </ac:spMkLst>
        </pc:spChg>
      </pc:sldChg>
      <pc:sldChg chg="del">
        <pc:chgData name="Ramirez, Erick (eramirez42)" userId="S::eramirez42@tntech.edu::f356a4d5-4d0a-4004-af08-5b379c52d66d" providerId="AD" clId="Web-{68445A72-2CAB-5864-170F-77EF5D9DDD00}" dt="2026-04-27T20:45:44.411" v="264"/>
        <pc:sldMkLst>
          <pc:docMk/>
          <pc:sldMk cId="1721156400" sldId="266"/>
        </pc:sldMkLst>
      </pc:sldChg>
      <pc:sldChg chg="del">
        <pc:chgData name="Ramirez, Erick (eramirez42)" userId="S::eramirez42@tntech.edu::f356a4d5-4d0a-4004-af08-5b379c52d66d" providerId="AD" clId="Web-{68445A72-2CAB-5864-170F-77EF5D9DDD00}" dt="2026-04-27T20:45:40.208" v="263"/>
        <pc:sldMkLst>
          <pc:docMk/>
          <pc:sldMk cId="1284165488" sldId="267"/>
        </pc:sldMkLst>
      </pc:sldChg>
      <pc:sldChg chg="del">
        <pc:chgData name="Ramirez, Erick (eramirez42)" userId="S::eramirez42@tntech.edu::f356a4d5-4d0a-4004-af08-5b379c52d66d" providerId="AD" clId="Web-{68445A72-2CAB-5864-170F-77EF5D9DDD00}" dt="2026-04-27T20:45:36.692" v="262"/>
        <pc:sldMkLst>
          <pc:docMk/>
          <pc:sldMk cId="2916745145" sldId="268"/>
        </pc:sldMkLst>
      </pc:sldChg>
      <pc:sldChg chg="addSp delSp modSp new mod setBg">
        <pc:chgData name="Ramirez, Erick (eramirez42)" userId="S::eramirez42@tntech.edu::f356a4d5-4d0a-4004-af08-5b379c52d66d" providerId="AD" clId="Web-{68445A72-2CAB-5864-170F-77EF5D9DDD00}" dt="2026-04-27T21:17:01.052" v="567" actId="1076"/>
        <pc:sldMkLst>
          <pc:docMk/>
          <pc:sldMk cId="2067138912" sldId="276"/>
        </pc:sldMkLst>
        <pc:spChg chg="mod">
          <ac:chgData name="Ramirez, Erick (eramirez42)" userId="S::eramirez42@tntech.edu::f356a4d5-4d0a-4004-af08-5b379c52d66d" providerId="AD" clId="Web-{68445A72-2CAB-5864-170F-77EF5D9DDD00}" dt="2026-04-27T21:15:40.677" v="549"/>
          <ac:spMkLst>
            <pc:docMk/>
            <pc:sldMk cId="2067138912" sldId="276"/>
            <ac:spMk id="2" creationId="{DE6A6A60-4E60-0790-9D8E-BEA95E515823}"/>
          </ac:spMkLst>
        </pc:spChg>
        <pc:spChg chg="del">
          <ac:chgData name="Ramirez, Erick (eramirez42)" userId="S::eramirez42@tntech.edu::f356a4d5-4d0a-4004-af08-5b379c52d66d" providerId="AD" clId="Web-{68445A72-2CAB-5864-170F-77EF5D9DDD00}" dt="2026-04-27T21:14:55.802" v="532"/>
          <ac:spMkLst>
            <pc:docMk/>
            <pc:sldMk cId="2067138912" sldId="276"/>
            <ac:spMk id="3" creationId="{EC3E6D30-3052-2CA7-B202-283C9382480C}"/>
          </ac:spMkLst>
        </pc:spChg>
        <pc:spChg chg="add del">
          <ac:chgData name="Ramirez, Erick (eramirez42)" userId="S::eramirez42@tntech.edu::f356a4d5-4d0a-4004-af08-5b379c52d66d" providerId="AD" clId="Web-{68445A72-2CAB-5864-170F-77EF5D9DDD00}" dt="2026-04-27T21:15:40.677" v="549"/>
          <ac:spMkLst>
            <pc:docMk/>
            <pc:sldMk cId="2067138912" sldId="276"/>
            <ac:spMk id="10" creationId="{AF70AE64-561A-AE69-2EEA-37B0E4CC1A62}"/>
          </ac:spMkLst>
        </pc:spChg>
        <pc:spChg chg="add del">
          <ac:chgData name="Ramirez, Erick (eramirez42)" userId="S::eramirez42@tntech.edu::f356a4d5-4d0a-4004-af08-5b379c52d66d" providerId="AD" clId="Web-{68445A72-2CAB-5864-170F-77EF5D9DDD00}" dt="2026-04-27T21:15:40.677" v="549"/>
          <ac:spMkLst>
            <pc:docMk/>
            <pc:sldMk cId="2067138912" sldId="276"/>
            <ac:spMk id="13" creationId="{32384F39-35AD-4EDD-BBE2-DAABB4C4DBC1}"/>
          </ac:spMkLst>
        </pc:spChg>
        <pc:picChg chg="add mod ord">
          <ac:chgData name="Ramirez, Erick (eramirez42)" userId="S::eramirez42@tntech.edu::f356a4d5-4d0a-4004-af08-5b379c52d66d" providerId="AD" clId="Web-{68445A72-2CAB-5864-170F-77EF5D9DDD00}" dt="2026-04-27T21:17:01.052" v="567" actId="1076"/>
          <ac:picMkLst>
            <pc:docMk/>
            <pc:sldMk cId="2067138912" sldId="276"/>
            <ac:picMk id="4" creationId="{BAF92A27-C7CC-01AC-0B27-41092EC41467}"/>
          </ac:picMkLst>
        </pc:picChg>
        <pc:picChg chg="add mod ord">
          <ac:chgData name="Ramirez, Erick (eramirez42)" userId="S::eramirez42@tntech.edu::f356a4d5-4d0a-4004-af08-5b379c52d66d" providerId="AD" clId="Web-{68445A72-2CAB-5864-170F-77EF5D9DDD00}" dt="2026-04-27T21:16:55.755" v="566" actId="14100"/>
          <ac:picMkLst>
            <pc:docMk/>
            <pc:sldMk cId="2067138912" sldId="276"/>
            <ac:picMk id="5" creationId="{6C26676E-2579-F0B9-91CB-5291963B24E5}"/>
          </ac:picMkLst>
        </pc:picChg>
        <pc:picChg chg="add mod">
          <ac:chgData name="Ramirez, Erick (eramirez42)" userId="S::eramirez42@tntech.edu::f356a4d5-4d0a-4004-af08-5b379c52d66d" providerId="AD" clId="Web-{68445A72-2CAB-5864-170F-77EF5D9DDD00}" dt="2026-04-27T21:16:31.802" v="563" actId="14100"/>
          <ac:picMkLst>
            <pc:docMk/>
            <pc:sldMk cId="2067138912" sldId="276"/>
            <ac:picMk id="6" creationId="{FEA3D6CC-A441-8CE2-DB93-B8F13F15CC6A}"/>
          </ac:picMkLst>
        </pc:picChg>
        <pc:picChg chg="add del">
          <ac:chgData name="Ramirez, Erick (eramirez42)" userId="S::eramirez42@tntech.edu::f356a4d5-4d0a-4004-af08-5b379c52d66d" providerId="AD" clId="Web-{68445A72-2CAB-5864-170F-77EF5D9DDD00}" dt="2026-04-27T21:15:40.677" v="549"/>
          <ac:picMkLst>
            <pc:docMk/>
            <pc:sldMk cId="2067138912" sldId="276"/>
            <ac:picMk id="15" creationId="{04AA62BE-32F1-4173-ABCF-3508A30C8FA7}"/>
          </ac:picMkLst>
        </pc:picChg>
      </pc:sldChg>
    </pc:docChg>
  </pc:docChgLst>
  <pc:docChgLst>
    <pc:chgData name="Ramirez, Erick (eramirez42)" userId="S::eramirez42@tntech.edu::f356a4d5-4d0a-4004-af08-5b379c52d66d" providerId="AD" clId="Web-{D7C5259D-D343-92E6-F4B8-874189114BE7}"/>
    <pc:docChg chg="addSld modSld sldOrd">
      <pc:chgData name="Ramirez, Erick (eramirez42)" userId="S::eramirez42@tntech.edu::f356a4d5-4d0a-4004-af08-5b379c52d66d" providerId="AD" clId="Web-{D7C5259D-D343-92E6-F4B8-874189114BE7}" dt="2026-04-27T18:44:41.045" v="195" actId="20577"/>
      <pc:docMkLst>
        <pc:docMk/>
      </pc:docMkLst>
      <pc:sldChg chg="new">
        <pc:chgData name="Ramirez, Erick (eramirez42)" userId="S::eramirez42@tntech.edu::f356a4d5-4d0a-4004-af08-5b379c52d66d" providerId="AD" clId="Web-{D7C5259D-D343-92E6-F4B8-874189114BE7}" dt="2026-04-27T18:31:49.193" v="0"/>
        <pc:sldMkLst>
          <pc:docMk/>
          <pc:sldMk cId="4155384758" sldId="258"/>
        </pc:sldMkLst>
      </pc:sldChg>
      <pc:sldChg chg="new">
        <pc:chgData name="Ramirez, Erick (eramirez42)" userId="S::eramirez42@tntech.edu::f356a4d5-4d0a-4004-af08-5b379c52d66d" providerId="AD" clId="Web-{D7C5259D-D343-92E6-F4B8-874189114BE7}" dt="2026-04-27T18:31:50.365" v="1"/>
        <pc:sldMkLst>
          <pc:docMk/>
          <pc:sldMk cId="2456285156" sldId="259"/>
        </pc:sldMkLst>
      </pc:sldChg>
      <pc:sldChg chg="new">
        <pc:chgData name="Ramirez, Erick (eramirez42)" userId="S::eramirez42@tntech.edu::f356a4d5-4d0a-4004-af08-5b379c52d66d" providerId="AD" clId="Web-{D7C5259D-D343-92E6-F4B8-874189114BE7}" dt="2026-04-27T18:31:51.131" v="2"/>
        <pc:sldMkLst>
          <pc:docMk/>
          <pc:sldMk cId="3051435070" sldId="260"/>
        </pc:sldMkLst>
      </pc:sldChg>
      <pc:sldChg chg="new">
        <pc:chgData name="Ramirez, Erick (eramirez42)" userId="S::eramirez42@tntech.edu::f356a4d5-4d0a-4004-af08-5b379c52d66d" providerId="AD" clId="Web-{D7C5259D-D343-92E6-F4B8-874189114BE7}" dt="2026-04-27T18:31:51.896" v="3"/>
        <pc:sldMkLst>
          <pc:docMk/>
          <pc:sldMk cId="3255408919" sldId="261"/>
        </pc:sldMkLst>
      </pc:sldChg>
      <pc:sldChg chg="modSp new">
        <pc:chgData name="Ramirez, Erick (eramirez42)" userId="S::eramirez42@tntech.edu::f356a4d5-4d0a-4004-af08-5b379c52d66d" providerId="AD" clId="Web-{D7C5259D-D343-92E6-F4B8-874189114BE7}" dt="2026-04-27T18:44:41.045" v="195" actId="20577"/>
        <pc:sldMkLst>
          <pc:docMk/>
          <pc:sldMk cId="2752231155" sldId="262"/>
        </pc:sldMkLst>
        <pc:spChg chg="mod">
          <ac:chgData name="Ramirez, Erick (eramirez42)" userId="S::eramirez42@tntech.edu::f356a4d5-4d0a-4004-af08-5b379c52d66d" providerId="AD" clId="Web-{D7C5259D-D343-92E6-F4B8-874189114BE7}" dt="2026-04-27T18:36:04.173" v="21" actId="20577"/>
          <ac:spMkLst>
            <pc:docMk/>
            <pc:sldMk cId="2752231155" sldId="262"/>
            <ac:spMk id="2" creationId="{62C8D42F-62DF-615A-07B7-2AD21D17AA5E}"/>
          </ac:spMkLst>
        </pc:spChg>
        <pc:spChg chg="mod">
          <ac:chgData name="Ramirez, Erick (eramirez42)" userId="S::eramirez42@tntech.edu::f356a4d5-4d0a-4004-af08-5b379c52d66d" providerId="AD" clId="Web-{D7C5259D-D343-92E6-F4B8-874189114BE7}" dt="2026-04-27T18:44:41.045" v="195" actId="20577"/>
          <ac:spMkLst>
            <pc:docMk/>
            <pc:sldMk cId="2752231155" sldId="262"/>
            <ac:spMk id="3" creationId="{B4F76B83-B90A-8782-41E4-CB1AB8953F42}"/>
          </ac:spMkLst>
        </pc:spChg>
      </pc:sldChg>
      <pc:sldChg chg="new">
        <pc:chgData name="Ramirez, Erick (eramirez42)" userId="S::eramirez42@tntech.edu::f356a4d5-4d0a-4004-af08-5b379c52d66d" providerId="AD" clId="Web-{D7C5259D-D343-92E6-F4B8-874189114BE7}" dt="2026-04-27T18:31:55.756" v="5"/>
        <pc:sldMkLst>
          <pc:docMk/>
          <pc:sldMk cId="3508019218" sldId="263"/>
        </pc:sldMkLst>
      </pc:sldChg>
      <pc:sldChg chg="new ord">
        <pc:chgData name="Ramirez, Erick (eramirez42)" userId="S::eramirez42@tntech.edu::f356a4d5-4d0a-4004-af08-5b379c52d66d" providerId="AD" clId="Web-{D7C5259D-D343-92E6-F4B8-874189114BE7}" dt="2026-04-27T18:32:04.724" v="7"/>
        <pc:sldMkLst>
          <pc:docMk/>
          <pc:sldMk cId="2312844306" sldId="264"/>
        </pc:sldMkLst>
      </pc:sldChg>
      <pc:sldChg chg="new">
        <pc:chgData name="Ramirez, Erick (eramirez42)" userId="S::eramirez42@tntech.edu::f356a4d5-4d0a-4004-af08-5b379c52d66d" providerId="AD" clId="Web-{D7C5259D-D343-92E6-F4B8-874189114BE7}" dt="2026-04-27T18:32:14.318" v="8"/>
        <pc:sldMkLst>
          <pc:docMk/>
          <pc:sldMk cId="1053616415" sldId="265"/>
        </pc:sldMkLst>
      </pc:sldChg>
      <pc:sldChg chg="new">
        <pc:chgData name="Ramirez, Erick (eramirez42)" userId="S::eramirez42@tntech.edu::f356a4d5-4d0a-4004-af08-5b379c52d66d" providerId="AD" clId="Web-{D7C5259D-D343-92E6-F4B8-874189114BE7}" dt="2026-04-27T18:32:15.161" v="9"/>
        <pc:sldMkLst>
          <pc:docMk/>
          <pc:sldMk cId="1721156400" sldId="266"/>
        </pc:sldMkLst>
      </pc:sldChg>
    </pc:docChg>
  </pc:docChgLst>
  <pc:docChgLst>
    <pc:chgData name="DeSha, Eli (ecdesha42)" userId="bdb1d772-641f-4cc5-a7e4-94e310acc0b2" providerId="ADAL" clId="{0CF07393-4804-459A-A044-359A387B252B}"/>
    <pc:docChg chg="undo redo custSel addSld delSld modSld sldOrd">
      <pc:chgData name="DeSha, Eli (ecdesha42)" userId="bdb1d772-641f-4cc5-a7e4-94e310acc0b2" providerId="ADAL" clId="{0CF07393-4804-459A-A044-359A387B252B}" dt="2026-04-27T22:48:01.570" v="5955" actId="47"/>
      <pc:docMkLst>
        <pc:docMk/>
      </pc:docMkLst>
      <pc:sldChg chg="addSp delSp modSp new mod ord setBg addAnim delAnim">
        <pc:chgData name="DeSha, Eli (ecdesha42)" userId="bdb1d772-641f-4cc5-a7e4-94e310acc0b2" providerId="ADAL" clId="{0CF07393-4804-459A-A044-359A387B252B}" dt="2026-04-27T18:50:50.135" v="1102"/>
        <pc:sldMkLst>
          <pc:docMk/>
          <pc:sldMk cId="108161555" sldId="256"/>
        </pc:sldMkLst>
        <pc:spChg chg="mod">
          <ac:chgData name="DeSha, Eli (ecdesha42)" userId="bdb1d772-641f-4cc5-a7e4-94e310acc0b2" providerId="ADAL" clId="{0CF07393-4804-459A-A044-359A387B252B}" dt="2026-04-27T18:50:50.135" v="1102"/>
          <ac:spMkLst>
            <pc:docMk/>
            <pc:sldMk cId="108161555" sldId="256"/>
            <ac:spMk id="2" creationId="{DD9EFCA6-4145-7216-5E84-FE69724915D9}"/>
          </ac:spMkLst>
        </pc:spChg>
        <pc:spChg chg="mod">
          <ac:chgData name="DeSha, Eli (ecdesha42)" userId="bdb1d772-641f-4cc5-a7e4-94e310acc0b2" providerId="ADAL" clId="{0CF07393-4804-459A-A044-359A387B252B}" dt="2026-04-27T18:50:50.135" v="1102"/>
          <ac:spMkLst>
            <pc:docMk/>
            <pc:sldMk cId="108161555" sldId="256"/>
            <ac:spMk id="3" creationId="{EC48B7D5-0A5C-AEAF-42C7-6C39BF5C323A}"/>
          </ac:spMkLst>
        </pc:spChg>
        <pc:spChg chg="add del">
          <ac:chgData name="DeSha, Eli (ecdesha42)" userId="bdb1d772-641f-4cc5-a7e4-94e310acc0b2" providerId="ADAL" clId="{0CF07393-4804-459A-A044-359A387B252B}" dt="2026-04-27T18:50:25.115" v="1101" actId="26606"/>
          <ac:spMkLst>
            <pc:docMk/>
            <pc:sldMk cId="108161555" sldId="256"/>
            <ac:spMk id="9" creationId="{676A1B86-DC99-46B9-B5AA-A7E928EA9CF7}"/>
          </ac:spMkLst>
        </pc:spChg>
        <pc:spChg chg="add del">
          <ac:chgData name="DeSha, Eli (ecdesha42)" userId="bdb1d772-641f-4cc5-a7e4-94e310acc0b2" providerId="ADAL" clId="{0CF07393-4804-459A-A044-359A387B252B}" dt="2026-04-27T18:50:25.115" v="1101" actId="26606"/>
          <ac:spMkLst>
            <pc:docMk/>
            <pc:sldMk cId="108161555" sldId="256"/>
            <ac:spMk id="11" creationId="{E9304FFE-74E9-4316-B822-F35A685E2D09}"/>
          </ac:spMkLst>
        </pc:spChg>
        <pc:picChg chg="add del">
          <ac:chgData name="DeSha, Eli (ecdesha42)" userId="bdb1d772-641f-4cc5-a7e4-94e310acc0b2" providerId="ADAL" clId="{0CF07393-4804-459A-A044-359A387B252B}" dt="2026-04-27T18:50:25.115" v="1101" actId="26606"/>
          <ac:picMkLst>
            <pc:docMk/>
            <pc:sldMk cId="108161555" sldId="256"/>
            <ac:picMk id="5" creationId="{2C35AF27-4A7E-CB11-522C-8573AAF190D8}"/>
          </ac:picMkLst>
        </pc:picChg>
      </pc:sldChg>
      <pc:sldChg chg="modSp new del mod">
        <pc:chgData name="DeSha, Eli (ecdesha42)" userId="bdb1d772-641f-4cc5-a7e4-94e310acc0b2" providerId="ADAL" clId="{0CF07393-4804-459A-A044-359A387B252B}" dt="2026-04-27T18:31:59.645" v="119" actId="47"/>
        <pc:sldMkLst>
          <pc:docMk/>
          <pc:sldMk cId="4069608502" sldId="257"/>
        </pc:sldMkLst>
        <pc:spChg chg="mod">
          <ac:chgData name="DeSha, Eli (ecdesha42)" userId="bdb1d772-641f-4cc5-a7e4-94e310acc0b2" providerId="ADAL" clId="{0CF07393-4804-459A-A044-359A387B252B}" dt="2026-04-27T18:30:50.219" v="115" actId="20577"/>
          <ac:spMkLst>
            <pc:docMk/>
            <pc:sldMk cId="4069608502" sldId="257"/>
            <ac:spMk id="2" creationId="{F9427D17-94EA-1F44-10B4-5B95D7AC00DB}"/>
          </ac:spMkLst>
        </pc:spChg>
      </pc:sldChg>
      <pc:sldChg chg="modSp mod ord">
        <pc:chgData name="DeSha, Eli (ecdesha42)" userId="bdb1d772-641f-4cc5-a7e4-94e310acc0b2" providerId="ADAL" clId="{0CF07393-4804-459A-A044-359A387B252B}" dt="2026-04-27T20:18:26.199" v="2806" actId="20577"/>
        <pc:sldMkLst>
          <pc:docMk/>
          <pc:sldMk cId="4155384758" sldId="258"/>
        </pc:sldMkLst>
        <pc:spChg chg="mod">
          <ac:chgData name="DeSha, Eli (ecdesha42)" userId="bdb1d772-641f-4cc5-a7e4-94e310acc0b2" providerId="ADAL" clId="{0CF07393-4804-459A-A044-359A387B252B}" dt="2026-04-27T20:09:54.494" v="1856" actId="14100"/>
          <ac:spMkLst>
            <pc:docMk/>
            <pc:sldMk cId="4155384758" sldId="258"/>
            <ac:spMk id="2" creationId="{2A8AF3F8-B0A8-C953-A917-68F3A0FCD1DD}"/>
          </ac:spMkLst>
        </pc:spChg>
        <pc:spChg chg="mod">
          <ac:chgData name="DeSha, Eli (ecdesha42)" userId="bdb1d772-641f-4cc5-a7e4-94e310acc0b2" providerId="ADAL" clId="{0CF07393-4804-459A-A044-359A387B252B}" dt="2026-04-27T20:18:26.199" v="2806" actId="20577"/>
          <ac:spMkLst>
            <pc:docMk/>
            <pc:sldMk cId="4155384758" sldId="258"/>
            <ac:spMk id="3" creationId="{375B69ED-C908-F1B3-483B-CB594DAA2576}"/>
          </ac:spMkLst>
        </pc:spChg>
      </pc:sldChg>
      <pc:sldChg chg="addSp delSp modSp mod modAnim modNotesTx">
        <pc:chgData name="DeSha, Eli (ecdesha42)" userId="bdb1d772-641f-4cc5-a7e4-94e310acc0b2" providerId="ADAL" clId="{0CF07393-4804-459A-A044-359A387B252B}" dt="2026-04-27T21:43:06.724" v="5085" actId="1076"/>
        <pc:sldMkLst>
          <pc:docMk/>
          <pc:sldMk cId="2456285156" sldId="259"/>
        </pc:sldMkLst>
        <pc:spChg chg="del mod">
          <ac:chgData name="DeSha, Eli (ecdesha42)" userId="bdb1d772-641f-4cc5-a7e4-94e310acc0b2" providerId="ADAL" clId="{0CF07393-4804-459A-A044-359A387B252B}" dt="2026-04-27T21:40:51.322" v="5049" actId="478"/>
          <ac:spMkLst>
            <pc:docMk/>
            <pc:sldMk cId="2456285156" sldId="259"/>
            <ac:spMk id="2" creationId="{1379019A-6EEA-9B47-E275-872DB4C598BE}"/>
          </ac:spMkLst>
        </pc:spChg>
        <pc:spChg chg="del mod">
          <ac:chgData name="DeSha, Eli (ecdesha42)" userId="bdb1d772-641f-4cc5-a7e4-94e310acc0b2" providerId="ADAL" clId="{0CF07393-4804-459A-A044-359A387B252B}" dt="2026-04-27T21:41:10.423" v="5053" actId="1032"/>
          <ac:spMkLst>
            <pc:docMk/>
            <pc:sldMk cId="2456285156" sldId="259"/>
            <ac:spMk id="3" creationId="{43E715D3-C5EF-41AB-DA59-70B92F0684BA}"/>
          </ac:spMkLst>
        </pc:spChg>
        <pc:graphicFrameChg chg="add mod modGraphic">
          <ac:chgData name="DeSha, Eli (ecdesha42)" userId="bdb1d772-641f-4cc5-a7e4-94e310acc0b2" providerId="ADAL" clId="{0CF07393-4804-459A-A044-359A387B252B}" dt="2026-04-27T21:43:06.724" v="5085" actId="1076"/>
          <ac:graphicFrameMkLst>
            <pc:docMk/>
            <pc:sldMk cId="2456285156" sldId="259"/>
            <ac:graphicFrameMk id="4" creationId="{1E8F73F2-20BC-5D54-E7F8-C3434683AA05}"/>
          </ac:graphicFrameMkLst>
        </pc:graphicFrameChg>
      </pc:sldChg>
      <pc:sldChg chg="modSp mod">
        <pc:chgData name="DeSha, Eli (ecdesha42)" userId="bdb1d772-641f-4cc5-a7e4-94e310acc0b2" providerId="ADAL" clId="{0CF07393-4804-459A-A044-359A387B252B}" dt="2026-04-27T21:32:35.646" v="5030" actId="20577"/>
        <pc:sldMkLst>
          <pc:docMk/>
          <pc:sldMk cId="3051435070" sldId="260"/>
        </pc:sldMkLst>
        <pc:spChg chg="mod">
          <ac:chgData name="DeSha, Eli (ecdesha42)" userId="bdb1d772-641f-4cc5-a7e4-94e310acc0b2" providerId="ADAL" clId="{0CF07393-4804-459A-A044-359A387B252B}" dt="2026-04-27T21:32:35.646" v="5030" actId="20577"/>
          <ac:spMkLst>
            <pc:docMk/>
            <pc:sldMk cId="3051435070" sldId="260"/>
            <ac:spMk id="2" creationId="{6E6B7073-CFA6-382F-2C61-EEBFA09A9499}"/>
          </ac:spMkLst>
        </pc:spChg>
        <pc:spChg chg="mod">
          <ac:chgData name="DeSha, Eli (ecdesha42)" userId="bdb1d772-641f-4cc5-a7e4-94e310acc0b2" providerId="ADAL" clId="{0CF07393-4804-459A-A044-359A387B252B}" dt="2026-04-27T18:50:50.135" v="1102"/>
          <ac:spMkLst>
            <pc:docMk/>
            <pc:sldMk cId="3051435070" sldId="260"/>
            <ac:spMk id="3" creationId="{4EEB5D30-F96B-4BCD-7A64-2EA94E4742B4}"/>
          </ac:spMkLst>
        </pc:spChg>
      </pc:sldChg>
      <pc:sldChg chg="addSp delSp modSp mod setBg modNotesTx">
        <pc:chgData name="DeSha, Eli (ecdesha42)" userId="bdb1d772-641f-4cc5-a7e4-94e310acc0b2" providerId="ADAL" clId="{0CF07393-4804-459A-A044-359A387B252B}" dt="2026-04-27T20:07:17.888" v="1801" actId="20577"/>
        <pc:sldMkLst>
          <pc:docMk/>
          <pc:sldMk cId="3255408919" sldId="261"/>
        </pc:sldMkLst>
        <pc:spChg chg="mod">
          <ac:chgData name="DeSha, Eli (ecdesha42)" userId="bdb1d772-641f-4cc5-a7e4-94e310acc0b2" providerId="ADAL" clId="{0CF07393-4804-459A-A044-359A387B252B}" dt="2026-04-27T18:50:50.135" v="1102"/>
          <ac:spMkLst>
            <pc:docMk/>
            <pc:sldMk cId="3255408919" sldId="261"/>
            <ac:spMk id="2" creationId="{8A5F0C32-47FB-66E6-2912-E4D42A979FE4}"/>
          </ac:spMkLst>
        </pc:spChg>
        <pc:spChg chg="add del mod">
          <ac:chgData name="DeSha, Eli (ecdesha42)" userId="bdb1d772-641f-4cc5-a7e4-94e310acc0b2" providerId="ADAL" clId="{0CF07393-4804-459A-A044-359A387B252B}" dt="2026-04-27T20:07:07.436" v="1764" actId="33524"/>
          <ac:spMkLst>
            <pc:docMk/>
            <pc:sldMk cId="3255408919" sldId="261"/>
            <ac:spMk id="3" creationId="{B7093AF0-FC31-18B4-CD2E-D4287D9878DE}"/>
          </ac:spMkLst>
        </pc:spChg>
        <pc:spChg chg="add del">
          <ac:chgData name="DeSha, Eli (ecdesha42)" userId="bdb1d772-641f-4cc5-a7e4-94e310acc0b2" providerId="ADAL" clId="{0CF07393-4804-459A-A044-359A387B252B}" dt="2026-04-27T18:48:56.330" v="1091" actId="26606"/>
          <ac:spMkLst>
            <pc:docMk/>
            <pc:sldMk cId="3255408919" sldId="261"/>
            <ac:spMk id="9" creationId="{C0763A76-9F1C-4FC5-82B7-DD475DA461B2}"/>
          </ac:spMkLst>
        </pc:spChg>
        <pc:spChg chg="add del">
          <ac:chgData name="DeSha, Eli (ecdesha42)" userId="bdb1d772-641f-4cc5-a7e4-94e310acc0b2" providerId="ADAL" clId="{0CF07393-4804-459A-A044-359A387B252B}" dt="2026-04-27T18:48:56.330" v="1091" actId="26606"/>
          <ac:spMkLst>
            <pc:docMk/>
            <pc:sldMk cId="3255408919" sldId="261"/>
            <ac:spMk id="11" creationId="{E81BF4F6-F2CF-4984-9D14-D6966D92F99F}"/>
          </ac:spMkLst>
        </pc:spChg>
        <pc:picChg chg="add del mod ord">
          <ac:chgData name="DeSha, Eli (ecdesha42)" userId="bdb1d772-641f-4cc5-a7e4-94e310acc0b2" providerId="ADAL" clId="{0CF07393-4804-459A-A044-359A387B252B}" dt="2026-04-27T18:47:25.336" v="1028" actId="34307"/>
          <ac:picMkLst>
            <pc:docMk/>
            <pc:sldMk cId="3255408919" sldId="261"/>
            <ac:picMk id="4" creationId="{489B5260-7A29-E20E-0044-AEA775ECB8B5}"/>
          </ac:picMkLst>
        </pc:picChg>
        <pc:picChg chg="add del">
          <ac:chgData name="DeSha, Eli (ecdesha42)" userId="bdb1d772-641f-4cc5-a7e4-94e310acc0b2" providerId="ADAL" clId="{0CF07393-4804-459A-A044-359A387B252B}" dt="2026-04-27T18:48:56.330" v="1091" actId="26606"/>
          <ac:picMkLst>
            <pc:docMk/>
            <pc:sldMk cId="3255408919" sldId="261"/>
            <ac:picMk id="5" creationId="{CE9EA19A-18B1-4BD8-DA7F-831FC154EE7F}"/>
          </ac:picMkLst>
        </pc:picChg>
      </pc:sldChg>
      <pc:sldChg chg="modSp mod">
        <pc:chgData name="DeSha, Eli (ecdesha42)" userId="bdb1d772-641f-4cc5-a7e4-94e310acc0b2" providerId="ADAL" clId="{0CF07393-4804-459A-A044-359A387B252B}" dt="2026-04-27T20:13:03.626" v="1929" actId="27636"/>
        <pc:sldMkLst>
          <pc:docMk/>
          <pc:sldMk cId="2752231155" sldId="262"/>
        </pc:sldMkLst>
        <pc:spChg chg="mod">
          <ac:chgData name="DeSha, Eli (ecdesha42)" userId="bdb1d772-641f-4cc5-a7e4-94e310acc0b2" providerId="ADAL" clId="{0CF07393-4804-459A-A044-359A387B252B}" dt="2026-04-27T20:13:03.626" v="1929" actId="27636"/>
          <ac:spMkLst>
            <pc:docMk/>
            <pc:sldMk cId="2752231155" sldId="262"/>
            <ac:spMk id="2" creationId="{62C8D42F-62DF-615A-07B7-2AD21D17AA5E}"/>
          </ac:spMkLst>
        </pc:spChg>
        <pc:spChg chg="mod">
          <ac:chgData name="DeSha, Eli (ecdesha42)" userId="bdb1d772-641f-4cc5-a7e4-94e310acc0b2" providerId="ADAL" clId="{0CF07393-4804-459A-A044-359A387B252B}" dt="2026-04-27T18:52:47.425" v="1104" actId="13926"/>
          <ac:spMkLst>
            <pc:docMk/>
            <pc:sldMk cId="2752231155" sldId="262"/>
            <ac:spMk id="3" creationId="{B4F76B83-B90A-8782-41E4-CB1AB8953F42}"/>
          </ac:spMkLst>
        </pc:spChg>
      </pc:sldChg>
      <pc:sldChg chg="modSp mod">
        <pc:chgData name="DeSha, Eli (ecdesha42)" userId="bdb1d772-641f-4cc5-a7e4-94e310acc0b2" providerId="ADAL" clId="{0CF07393-4804-459A-A044-359A387B252B}" dt="2026-04-27T18:50:50.135" v="1102"/>
        <pc:sldMkLst>
          <pc:docMk/>
          <pc:sldMk cId="3508019218" sldId="263"/>
        </pc:sldMkLst>
        <pc:spChg chg="mod">
          <ac:chgData name="DeSha, Eli (ecdesha42)" userId="bdb1d772-641f-4cc5-a7e4-94e310acc0b2" providerId="ADAL" clId="{0CF07393-4804-459A-A044-359A387B252B}" dt="2026-04-27T18:50:50.135" v="1102"/>
          <ac:spMkLst>
            <pc:docMk/>
            <pc:sldMk cId="3508019218" sldId="263"/>
            <ac:spMk id="2" creationId="{70EDB87D-9FE0-F355-87F7-3FB2E5E35F11}"/>
          </ac:spMkLst>
        </pc:spChg>
        <pc:spChg chg="mod">
          <ac:chgData name="DeSha, Eli (ecdesha42)" userId="bdb1d772-641f-4cc5-a7e4-94e310acc0b2" providerId="ADAL" clId="{0CF07393-4804-459A-A044-359A387B252B}" dt="2026-04-27T18:50:50.135" v="1102"/>
          <ac:spMkLst>
            <pc:docMk/>
            <pc:sldMk cId="3508019218" sldId="263"/>
            <ac:spMk id="3" creationId="{9B11746C-CD77-7E1E-5A3E-41E48533903D}"/>
          </ac:spMkLst>
        </pc:spChg>
      </pc:sldChg>
      <pc:sldChg chg="modSp mod modNotesTx">
        <pc:chgData name="DeSha, Eli (ecdesha42)" userId="bdb1d772-641f-4cc5-a7e4-94e310acc0b2" providerId="ADAL" clId="{0CF07393-4804-459A-A044-359A387B252B}" dt="2026-04-27T21:40:37.571" v="5047" actId="20577"/>
        <pc:sldMkLst>
          <pc:docMk/>
          <pc:sldMk cId="2312844306" sldId="264"/>
        </pc:sldMkLst>
        <pc:spChg chg="mod">
          <ac:chgData name="DeSha, Eli (ecdesha42)" userId="bdb1d772-641f-4cc5-a7e4-94e310acc0b2" providerId="ADAL" clId="{0CF07393-4804-459A-A044-359A387B252B}" dt="2026-04-27T21:40:37.571" v="5047" actId="20577"/>
          <ac:spMkLst>
            <pc:docMk/>
            <pc:sldMk cId="2312844306" sldId="264"/>
            <ac:spMk id="2" creationId="{7FD3DFEC-F3E7-2905-8473-648F8C9EA114}"/>
          </ac:spMkLst>
        </pc:spChg>
        <pc:spChg chg="mod">
          <ac:chgData name="DeSha, Eli (ecdesha42)" userId="bdb1d772-641f-4cc5-a7e4-94e310acc0b2" providerId="ADAL" clId="{0CF07393-4804-459A-A044-359A387B252B}" dt="2026-04-27T20:33:50.706" v="3668" actId="20577"/>
          <ac:spMkLst>
            <pc:docMk/>
            <pc:sldMk cId="2312844306" sldId="264"/>
            <ac:spMk id="3" creationId="{43D5D5EE-6E4D-DC53-991D-1F971D47450D}"/>
          </ac:spMkLst>
        </pc:spChg>
      </pc:sldChg>
      <pc:sldChg chg="modSp mod">
        <pc:chgData name="DeSha, Eli (ecdesha42)" userId="bdb1d772-641f-4cc5-a7e4-94e310acc0b2" providerId="ADAL" clId="{0CF07393-4804-459A-A044-359A387B252B}" dt="2026-04-27T20:57:15.680" v="4944" actId="20577"/>
        <pc:sldMkLst>
          <pc:docMk/>
          <pc:sldMk cId="1053616415" sldId="265"/>
        </pc:sldMkLst>
        <pc:spChg chg="mod">
          <ac:chgData name="DeSha, Eli (ecdesha42)" userId="bdb1d772-641f-4cc5-a7e4-94e310acc0b2" providerId="ADAL" clId="{0CF07393-4804-459A-A044-359A387B252B}" dt="2026-04-27T18:50:50.135" v="1102"/>
          <ac:spMkLst>
            <pc:docMk/>
            <pc:sldMk cId="1053616415" sldId="265"/>
            <ac:spMk id="2" creationId="{F2825F7D-2F28-0364-C927-F71CB9A5CA85}"/>
          </ac:spMkLst>
        </pc:spChg>
        <pc:spChg chg="mod">
          <ac:chgData name="DeSha, Eli (ecdesha42)" userId="bdb1d772-641f-4cc5-a7e4-94e310acc0b2" providerId="ADAL" clId="{0CF07393-4804-459A-A044-359A387B252B}" dt="2026-04-27T20:57:15.680" v="4944" actId="20577"/>
          <ac:spMkLst>
            <pc:docMk/>
            <pc:sldMk cId="1053616415" sldId="265"/>
            <ac:spMk id="3" creationId="{76C49D7F-BB70-6A55-F37F-52044EE27A48}"/>
          </ac:spMkLst>
        </pc:spChg>
      </pc:sldChg>
      <pc:sldChg chg="modSp mod">
        <pc:chgData name="DeSha, Eli (ecdesha42)" userId="bdb1d772-641f-4cc5-a7e4-94e310acc0b2" providerId="ADAL" clId="{0CF07393-4804-459A-A044-359A387B252B}" dt="2026-04-27T18:50:50.135" v="1102"/>
        <pc:sldMkLst>
          <pc:docMk/>
          <pc:sldMk cId="1721156400" sldId="266"/>
        </pc:sldMkLst>
        <pc:spChg chg="mod">
          <ac:chgData name="DeSha, Eli (ecdesha42)" userId="bdb1d772-641f-4cc5-a7e4-94e310acc0b2" providerId="ADAL" clId="{0CF07393-4804-459A-A044-359A387B252B}" dt="2026-04-27T18:50:50.135" v="1102"/>
          <ac:spMkLst>
            <pc:docMk/>
            <pc:sldMk cId="1721156400" sldId="266"/>
            <ac:spMk id="2" creationId="{AA98426A-2BAD-8EE7-DF26-1C2137B4D47E}"/>
          </ac:spMkLst>
        </pc:spChg>
        <pc:spChg chg="mod">
          <ac:chgData name="DeSha, Eli (ecdesha42)" userId="bdb1d772-641f-4cc5-a7e4-94e310acc0b2" providerId="ADAL" clId="{0CF07393-4804-459A-A044-359A387B252B}" dt="2026-04-27T18:50:50.135" v="1102"/>
          <ac:spMkLst>
            <pc:docMk/>
            <pc:sldMk cId="1721156400" sldId="266"/>
            <ac:spMk id="3" creationId="{70AE4867-9120-DC47-AD0B-BE53424F75C2}"/>
          </ac:spMkLst>
        </pc:spChg>
      </pc:sldChg>
      <pc:sldChg chg="modSp add mod">
        <pc:chgData name="DeSha, Eli (ecdesha42)" userId="bdb1d772-641f-4cc5-a7e4-94e310acc0b2" providerId="ADAL" clId="{0CF07393-4804-459A-A044-359A387B252B}" dt="2026-04-27T18:50:50.135" v="1102"/>
        <pc:sldMkLst>
          <pc:docMk/>
          <pc:sldMk cId="1284165488" sldId="267"/>
        </pc:sldMkLst>
        <pc:spChg chg="mod">
          <ac:chgData name="DeSha, Eli (ecdesha42)" userId="bdb1d772-641f-4cc5-a7e4-94e310acc0b2" providerId="ADAL" clId="{0CF07393-4804-459A-A044-359A387B252B}" dt="2026-04-27T18:50:50.135" v="1102"/>
          <ac:spMkLst>
            <pc:docMk/>
            <pc:sldMk cId="1284165488" sldId="267"/>
            <ac:spMk id="2" creationId="{A1BA01A0-D2F0-130E-0F9B-626C5F4B01BB}"/>
          </ac:spMkLst>
        </pc:spChg>
        <pc:spChg chg="mod">
          <ac:chgData name="DeSha, Eli (ecdesha42)" userId="bdb1d772-641f-4cc5-a7e4-94e310acc0b2" providerId="ADAL" clId="{0CF07393-4804-459A-A044-359A387B252B}" dt="2026-04-27T18:50:50.135" v="1102"/>
          <ac:spMkLst>
            <pc:docMk/>
            <pc:sldMk cId="1284165488" sldId="267"/>
            <ac:spMk id="3" creationId="{B428D9A8-42F8-6E30-A09B-97328BB41984}"/>
          </ac:spMkLst>
        </pc:spChg>
      </pc:sldChg>
      <pc:sldChg chg="modSp add mod">
        <pc:chgData name="DeSha, Eli (ecdesha42)" userId="bdb1d772-641f-4cc5-a7e4-94e310acc0b2" providerId="ADAL" clId="{0CF07393-4804-459A-A044-359A387B252B}" dt="2026-04-27T18:50:50.135" v="1102"/>
        <pc:sldMkLst>
          <pc:docMk/>
          <pc:sldMk cId="2916745145" sldId="268"/>
        </pc:sldMkLst>
        <pc:spChg chg="mod">
          <ac:chgData name="DeSha, Eli (ecdesha42)" userId="bdb1d772-641f-4cc5-a7e4-94e310acc0b2" providerId="ADAL" clId="{0CF07393-4804-459A-A044-359A387B252B}" dt="2026-04-27T18:50:50.135" v="1102"/>
          <ac:spMkLst>
            <pc:docMk/>
            <pc:sldMk cId="2916745145" sldId="268"/>
            <ac:spMk id="2" creationId="{1FC3C60B-30C1-EA1C-197F-FA4132A2D47A}"/>
          </ac:spMkLst>
        </pc:spChg>
        <pc:spChg chg="mod">
          <ac:chgData name="DeSha, Eli (ecdesha42)" userId="bdb1d772-641f-4cc5-a7e4-94e310acc0b2" providerId="ADAL" clId="{0CF07393-4804-459A-A044-359A387B252B}" dt="2026-04-27T18:50:50.135" v="1102"/>
          <ac:spMkLst>
            <pc:docMk/>
            <pc:sldMk cId="2916745145" sldId="268"/>
            <ac:spMk id="3" creationId="{24215474-0C18-572B-1852-C97AE0F76C13}"/>
          </ac:spMkLst>
        </pc:spChg>
      </pc:sldChg>
      <pc:sldChg chg="modSp add del mod">
        <pc:chgData name="DeSha, Eli (ecdesha42)" userId="bdb1d772-641f-4cc5-a7e4-94e310acc0b2" providerId="ADAL" clId="{0CF07393-4804-459A-A044-359A387B252B}" dt="2026-04-27T22:04:51.635" v="5087" actId="47"/>
        <pc:sldMkLst>
          <pc:docMk/>
          <pc:sldMk cId="1333145014" sldId="269"/>
        </pc:sldMkLst>
        <pc:spChg chg="mod">
          <ac:chgData name="DeSha, Eli (ecdesha42)" userId="bdb1d772-641f-4cc5-a7e4-94e310acc0b2" providerId="ADAL" clId="{0CF07393-4804-459A-A044-359A387B252B}" dt="2026-04-27T18:50:50.135" v="1102"/>
          <ac:spMkLst>
            <pc:docMk/>
            <pc:sldMk cId="1333145014" sldId="269"/>
            <ac:spMk id="2" creationId="{F9949239-167C-19C5-3330-C71B52EC700A}"/>
          </ac:spMkLst>
        </pc:spChg>
        <pc:spChg chg="mod">
          <ac:chgData name="DeSha, Eli (ecdesha42)" userId="bdb1d772-641f-4cc5-a7e4-94e310acc0b2" providerId="ADAL" clId="{0CF07393-4804-459A-A044-359A387B252B}" dt="2026-04-27T18:50:50.135" v="1102"/>
          <ac:spMkLst>
            <pc:docMk/>
            <pc:sldMk cId="1333145014" sldId="269"/>
            <ac:spMk id="3" creationId="{9A0001C9-1954-B20C-5970-49F82C636A52}"/>
          </ac:spMkLst>
        </pc:spChg>
      </pc:sldChg>
      <pc:sldChg chg="delSp modSp add mod modNotesTx">
        <pc:chgData name="DeSha, Eli (ecdesha42)" userId="bdb1d772-641f-4cc5-a7e4-94e310acc0b2" providerId="ADAL" clId="{0CF07393-4804-459A-A044-359A387B252B}" dt="2026-04-27T22:19:32.437" v="5954" actId="20577"/>
        <pc:sldMkLst>
          <pc:docMk/>
          <pc:sldMk cId="1384915107" sldId="270"/>
        </pc:sldMkLst>
        <pc:spChg chg="mod">
          <ac:chgData name="DeSha, Eli (ecdesha42)" userId="bdb1d772-641f-4cc5-a7e4-94e310acc0b2" providerId="ADAL" clId="{0CF07393-4804-459A-A044-359A387B252B}" dt="2026-04-27T22:09:03.295" v="5373" actId="1076"/>
          <ac:spMkLst>
            <pc:docMk/>
            <pc:sldMk cId="1384915107" sldId="270"/>
            <ac:spMk id="2" creationId="{B1F01E7A-645B-DCB7-E368-D81EEAD832A1}"/>
          </ac:spMkLst>
        </pc:spChg>
        <pc:spChg chg="del mod">
          <ac:chgData name="DeSha, Eli (ecdesha42)" userId="bdb1d772-641f-4cc5-a7e4-94e310acc0b2" providerId="ADAL" clId="{0CF07393-4804-459A-A044-359A387B252B}" dt="2026-04-27T22:08:54.188" v="5370" actId="478"/>
          <ac:spMkLst>
            <pc:docMk/>
            <pc:sldMk cId="1384915107" sldId="270"/>
            <ac:spMk id="3" creationId="{55896145-109B-A9CD-23ED-2910407856A4}"/>
          </ac:spMkLst>
        </pc:spChg>
      </pc:sldChg>
      <pc:sldChg chg="modSp add mod">
        <pc:chgData name="DeSha, Eli (ecdesha42)" userId="bdb1d772-641f-4cc5-a7e4-94e310acc0b2" providerId="ADAL" clId="{0CF07393-4804-459A-A044-359A387B252B}" dt="2026-04-27T18:50:50.135" v="1102"/>
        <pc:sldMkLst>
          <pc:docMk/>
          <pc:sldMk cId="3031722246" sldId="271"/>
        </pc:sldMkLst>
        <pc:spChg chg="mod">
          <ac:chgData name="DeSha, Eli (ecdesha42)" userId="bdb1d772-641f-4cc5-a7e4-94e310acc0b2" providerId="ADAL" clId="{0CF07393-4804-459A-A044-359A387B252B}" dt="2026-04-27T18:50:50.135" v="1102"/>
          <ac:spMkLst>
            <pc:docMk/>
            <pc:sldMk cId="3031722246" sldId="271"/>
            <ac:spMk id="2" creationId="{C42E5BA0-5325-EC80-C048-5E539B1B08F2}"/>
          </ac:spMkLst>
        </pc:spChg>
        <pc:spChg chg="mod">
          <ac:chgData name="DeSha, Eli (ecdesha42)" userId="bdb1d772-641f-4cc5-a7e4-94e310acc0b2" providerId="ADAL" clId="{0CF07393-4804-459A-A044-359A387B252B}" dt="2026-04-27T18:50:50.135" v="1102"/>
          <ac:spMkLst>
            <pc:docMk/>
            <pc:sldMk cId="3031722246" sldId="271"/>
            <ac:spMk id="3" creationId="{CF73E71A-0803-34FB-7863-A7CA3BC22C96}"/>
          </ac:spMkLst>
        </pc:spChg>
      </pc:sldChg>
      <pc:sldChg chg="modSp add mod">
        <pc:chgData name="DeSha, Eli (ecdesha42)" userId="bdb1d772-641f-4cc5-a7e4-94e310acc0b2" providerId="ADAL" clId="{0CF07393-4804-459A-A044-359A387B252B}" dt="2026-04-27T20:19:34.043" v="2809"/>
        <pc:sldMkLst>
          <pc:docMk/>
          <pc:sldMk cId="4003473149" sldId="272"/>
        </pc:sldMkLst>
        <pc:spChg chg="mod">
          <ac:chgData name="DeSha, Eli (ecdesha42)" userId="bdb1d772-641f-4cc5-a7e4-94e310acc0b2" providerId="ADAL" clId="{0CF07393-4804-459A-A044-359A387B252B}" dt="2026-04-27T18:50:50.135" v="1102"/>
          <ac:spMkLst>
            <pc:docMk/>
            <pc:sldMk cId="4003473149" sldId="272"/>
            <ac:spMk id="2" creationId="{1D405DF1-F34E-192B-E075-72EF818B3BF7}"/>
          </ac:spMkLst>
        </pc:spChg>
        <pc:spChg chg="mod">
          <ac:chgData name="DeSha, Eli (ecdesha42)" userId="bdb1d772-641f-4cc5-a7e4-94e310acc0b2" providerId="ADAL" clId="{0CF07393-4804-459A-A044-359A387B252B}" dt="2026-04-27T20:19:34.043" v="2809"/>
          <ac:spMkLst>
            <pc:docMk/>
            <pc:sldMk cId="4003473149" sldId="272"/>
            <ac:spMk id="3" creationId="{0A7022CA-04AA-6939-289E-0274B602B569}"/>
          </ac:spMkLst>
        </pc:spChg>
      </pc:sldChg>
      <pc:sldChg chg="addSp delSp modSp add mod ord">
        <pc:chgData name="DeSha, Eli (ecdesha42)" userId="bdb1d772-641f-4cc5-a7e4-94e310acc0b2" providerId="ADAL" clId="{0CF07393-4804-459A-A044-359A387B252B}" dt="2026-04-27T20:22:55.682" v="2866" actId="20577"/>
        <pc:sldMkLst>
          <pc:docMk/>
          <pc:sldMk cId="4245144893" sldId="273"/>
        </pc:sldMkLst>
        <pc:spChg chg="mod">
          <ac:chgData name="DeSha, Eli (ecdesha42)" userId="bdb1d772-641f-4cc5-a7e4-94e310acc0b2" providerId="ADAL" clId="{0CF07393-4804-459A-A044-359A387B252B}" dt="2026-04-27T20:22:55.682" v="2866" actId="20577"/>
          <ac:spMkLst>
            <pc:docMk/>
            <pc:sldMk cId="4245144893" sldId="273"/>
            <ac:spMk id="2" creationId="{F1EC1186-C0D2-4DA4-842C-5A6199C5FEDE}"/>
          </ac:spMkLst>
        </pc:spChg>
        <pc:spChg chg="del mod">
          <ac:chgData name="DeSha, Eli (ecdesha42)" userId="bdb1d772-641f-4cc5-a7e4-94e310acc0b2" providerId="ADAL" clId="{0CF07393-4804-459A-A044-359A387B252B}" dt="2026-04-27T20:21:14.858" v="2842"/>
          <ac:spMkLst>
            <pc:docMk/>
            <pc:sldMk cId="4245144893" sldId="273"/>
            <ac:spMk id="3" creationId="{CBB5B9D2-DD87-B375-9FF3-85839F527013}"/>
          </ac:spMkLst>
        </pc:spChg>
        <pc:picChg chg="add mod ord">
          <ac:chgData name="DeSha, Eli (ecdesha42)" userId="bdb1d772-641f-4cc5-a7e4-94e310acc0b2" providerId="ADAL" clId="{0CF07393-4804-459A-A044-359A387B252B}" dt="2026-04-27T20:21:14.858" v="2842"/>
          <ac:picMkLst>
            <pc:docMk/>
            <pc:sldMk cId="4245144893" sldId="273"/>
            <ac:picMk id="5" creationId="{FD812DD4-AF10-A115-0980-650FF326AC9E}"/>
          </ac:picMkLst>
        </pc:picChg>
      </pc:sldChg>
      <pc:sldChg chg="add del">
        <pc:chgData name="DeSha, Eli (ecdesha42)" userId="bdb1d772-641f-4cc5-a7e4-94e310acc0b2" providerId="ADAL" clId="{0CF07393-4804-459A-A044-359A387B252B}" dt="2026-04-27T22:48:01.570" v="5955" actId="47"/>
        <pc:sldMkLst>
          <pc:docMk/>
          <pc:sldMk cId="2756647699" sldId="274"/>
        </pc:sldMkLst>
      </pc:sldChg>
      <pc:sldChg chg="modSp add mod">
        <pc:chgData name="DeSha, Eli (ecdesha42)" userId="bdb1d772-641f-4cc5-a7e4-94e310acc0b2" providerId="ADAL" clId="{0CF07393-4804-459A-A044-359A387B252B}" dt="2026-04-27T20:59:40.999" v="4976" actId="20577"/>
        <pc:sldMkLst>
          <pc:docMk/>
          <pc:sldMk cId="3739301449" sldId="275"/>
        </pc:sldMkLst>
        <pc:spChg chg="mod">
          <ac:chgData name="DeSha, Eli (ecdesha42)" userId="bdb1d772-641f-4cc5-a7e4-94e310acc0b2" providerId="ADAL" clId="{0CF07393-4804-459A-A044-359A387B252B}" dt="2026-04-27T20:59:40.999" v="4976" actId="20577"/>
          <ac:spMkLst>
            <pc:docMk/>
            <pc:sldMk cId="3739301449" sldId="275"/>
            <ac:spMk id="2" creationId="{88CB3C7B-7B9E-EED0-8328-73C24227142C}"/>
          </ac:spMkLst>
        </pc:spChg>
        <pc:spChg chg="mod">
          <ac:chgData name="DeSha, Eli (ecdesha42)" userId="bdb1d772-641f-4cc5-a7e4-94e310acc0b2" providerId="ADAL" clId="{0CF07393-4804-459A-A044-359A387B252B}" dt="2026-04-27T20:59:37.134" v="4969" actId="5793"/>
          <ac:spMkLst>
            <pc:docMk/>
            <pc:sldMk cId="3739301449" sldId="275"/>
            <ac:spMk id="3" creationId="{C87C9EB7-4252-C344-3B36-3C74C0236D4D}"/>
          </ac:spMkLst>
        </pc:spChg>
      </pc:sldChg>
      <pc:sldChg chg="modNotesTx">
        <pc:chgData name="DeSha, Eli (ecdesha42)" userId="bdb1d772-641f-4cc5-a7e4-94e310acc0b2" providerId="ADAL" clId="{0CF07393-4804-459A-A044-359A387B252B}" dt="2026-04-27T21:57:49.422" v="5086" actId="207"/>
        <pc:sldMkLst>
          <pc:docMk/>
          <pc:sldMk cId="2309592420" sldId="27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8E1868-0D00-46A4-8510-E59E91001CC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5E9C63E-80E6-471C-99BA-4DA3269B2F5E}">
      <dgm:prSet phldrT="[Text]" phldr="0"/>
      <dgm:spPr/>
      <dgm:t>
        <a:bodyPr/>
        <a:lstStyle/>
        <a:p>
          <a:r>
            <a:rPr lang="en-US"/>
            <a:t>Exact</a:t>
          </a:r>
        </a:p>
      </dgm:t>
    </dgm:pt>
    <dgm:pt modelId="{3D25A824-DF5C-42CF-B1AA-428F0361BEC1}" type="parTrans" cxnId="{A6C004F1-77C1-4514-A1A8-911BDAF25FA4}">
      <dgm:prSet/>
      <dgm:spPr/>
      <dgm:t>
        <a:bodyPr/>
        <a:lstStyle/>
        <a:p>
          <a:endParaRPr lang="en-US"/>
        </a:p>
      </dgm:t>
    </dgm:pt>
    <dgm:pt modelId="{D6E2B566-A941-418C-B6BC-2C71EE9932D1}" type="sibTrans" cxnId="{A6C004F1-77C1-4514-A1A8-911BDAF25FA4}">
      <dgm:prSet/>
      <dgm:spPr/>
      <dgm:t>
        <a:bodyPr/>
        <a:lstStyle/>
        <a:p>
          <a:endParaRPr lang="en-US"/>
        </a:p>
      </dgm:t>
    </dgm:pt>
    <dgm:pt modelId="{DDD73AD2-4F0E-4EE0-A36C-7D10E7624682}">
      <dgm:prSet phldrT="[Text]" phldr="0"/>
      <dgm:spPr/>
      <dgm:t>
        <a:bodyPr/>
        <a:lstStyle/>
        <a:p>
          <a:r>
            <a:rPr lang="en-US"/>
            <a:t>Heuristic</a:t>
          </a:r>
        </a:p>
      </dgm:t>
    </dgm:pt>
    <dgm:pt modelId="{BB5928DA-89B8-4DE8-B8D8-B0AA3433971D}" type="parTrans" cxnId="{959461B4-25B6-4E18-BBE2-72D906F00D7F}">
      <dgm:prSet/>
      <dgm:spPr/>
      <dgm:t>
        <a:bodyPr/>
        <a:lstStyle/>
        <a:p>
          <a:endParaRPr lang="en-US"/>
        </a:p>
      </dgm:t>
    </dgm:pt>
    <dgm:pt modelId="{2602DD3D-8361-4F94-BA97-B18F292C9EC7}" type="sibTrans" cxnId="{959461B4-25B6-4E18-BBE2-72D906F00D7F}">
      <dgm:prSet/>
      <dgm:spPr/>
      <dgm:t>
        <a:bodyPr/>
        <a:lstStyle/>
        <a:p>
          <a:endParaRPr lang="en-US"/>
        </a:p>
      </dgm:t>
    </dgm:pt>
    <dgm:pt modelId="{110BDF7C-13E5-4D04-9FF3-739EAE8FEEC9}">
      <dgm:prSet phldrT="[Text]" phldr="0"/>
      <dgm:spPr/>
      <dgm:t>
        <a:bodyPr/>
        <a:lstStyle/>
        <a:p>
          <a:r>
            <a:rPr lang="en-US"/>
            <a:t>Metaheuristic</a:t>
          </a:r>
        </a:p>
      </dgm:t>
    </dgm:pt>
    <dgm:pt modelId="{8F2E88EF-D004-4D80-B93F-9FD0D53EDB87}" type="parTrans" cxnId="{270B02A2-B9DA-4C9E-9F5D-FFDC57AA7E6A}">
      <dgm:prSet/>
      <dgm:spPr/>
      <dgm:t>
        <a:bodyPr/>
        <a:lstStyle/>
        <a:p>
          <a:endParaRPr lang="en-US"/>
        </a:p>
      </dgm:t>
    </dgm:pt>
    <dgm:pt modelId="{6E7B3B3E-794D-4AD1-AE94-2F2CE147F760}" type="sibTrans" cxnId="{270B02A2-B9DA-4C9E-9F5D-FFDC57AA7E6A}">
      <dgm:prSet/>
      <dgm:spPr/>
      <dgm:t>
        <a:bodyPr/>
        <a:lstStyle/>
        <a:p>
          <a:endParaRPr lang="en-US"/>
        </a:p>
      </dgm:t>
    </dgm:pt>
    <dgm:pt modelId="{66CD2F40-E0EC-4E84-9D4D-931FBE1DFF4C}" type="pres">
      <dgm:prSet presAssocID="{8F8E1868-0D00-46A4-8510-E59E91001CC4}" presName="diagram" presStyleCnt="0">
        <dgm:presLayoutVars>
          <dgm:dir/>
          <dgm:resizeHandles val="exact"/>
        </dgm:presLayoutVars>
      </dgm:prSet>
      <dgm:spPr/>
    </dgm:pt>
    <dgm:pt modelId="{85BD135D-2C55-41A1-A227-A131C79779D5}" type="pres">
      <dgm:prSet presAssocID="{85E9C63E-80E6-471C-99BA-4DA3269B2F5E}" presName="node" presStyleLbl="node1" presStyleIdx="0" presStyleCnt="3">
        <dgm:presLayoutVars>
          <dgm:bulletEnabled val="1"/>
        </dgm:presLayoutVars>
      </dgm:prSet>
      <dgm:spPr/>
    </dgm:pt>
    <dgm:pt modelId="{85A3F4B4-E51B-490C-8756-D219D88AF09A}" type="pres">
      <dgm:prSet presAssocID="{D6E2B566-A941-418C-B6BC-2C71EE9932D1}" presName="sibTrans" presStyleCnt="0"/>
      <dgm:spPr/>
    </dgm:pt>
    <dgm:pt modelId="{0909DFE6-A46B-4BB9-97B5-A4B02E50DC5B}" type="pres">
      <dgm:prSet presAssocID="{DDD73AD2-4F0E-4EE0-A36C-7D10E7624682}" presName="node" presStyleLbl="node1" presStyleIdx="1" presStyleCnt="3">
        <dgm:presLayoutVars>
          <dgm:bulletEnabled val="1"/>
        </dgm:presLayoutVars>
      </dgm:prSet>
      <dgm:spPr/>
    </dgm:pt>
    <dgm:pt modelId="{D1E83662-CB0A-49CD-B9AA-1D77B02E0CFB}" type="pres">
      <dgm:prSet presAssocID="{2602DD3D-8361-4F94-BA97-B18F292C9EC7}" presName="sibTrans" presStyleCnt="0"/>
      <dgm:spPr/>
    </dgm:pt>
    <dgm:pt modelId="{35549EBB-005F-42EB-9208-F3038FD7A531}" type="pres">
      <dgm:prSet presAssocID="{110BDF7C-13E5-4D04-9FF3-739EAE8FEEC9}" presName="node" presStyleLbl="node1" presStyleIdx="2" presStyleCnt="3">
        <dgm:presLayoutVars>
          <dgm:bulletEnabled val="1"/>
        </dgm:presLayoutVars>
      </dgm:prSet>
      <dgm:spPr/>
    </dgm:pt>
  </dgm:ptLst>
  <dgm:cxnLst>
    <dgm:cxn modelId="{E4F5ED4A-BB27-40B3-BFC6-352614B19908}" type="presOf" srcId="{8F8E1868-0D00-46A4-8510-E59E91001CC4}" destId="{66CD2F40-E0EC-4E84-9D4D-931FBE1DFF4C}" srcOrd="0" destOrd="0" presId="urn:microsoft.com/office/officeart/2005/8/layout/default"/>
    <dgm:cxn modelId="{1EB93A70-74BD-45E4-AD9A-0A852BAD5D04}" type="presOf" srcId="{DDD73AD2-4F0E-4EE0-A36C-7D10E7624682}" destId="{0909DFE6-A46B-4BB9-97B5-A4B02E50DC5B}" srcOrd="0" destOrd="0" presId="urn:microsoft.com/office/officeart/2005/8/layout/default"/>
    <dgm:cxn modelId="{5AEF5782-BC59-4824-BD2B-952516B14E2E}" type="presOf" srcId="{110BDF7C-13E5-4D04-9FF3-739EAE8FEEC9}" destId="{35549EBB-005F-42EB-9208-F3038FD7A531}" srcOrd="0" destOrd="0" presId="urn:microsoft.com/office/officeart/2005/8/layout/default"/>
    <dgm:cxn modelId="{E848828B-2CAB-41F9-B638-CD70D0D5676E}" type="presOf" srcId="{85E9C63E-80E6-471C-99BA-4DA3269B2F5E}" destId="{85BD135D-2C55-41A1-A227-A131C79779D5}" srcOrd="0" destOrd="0" presId="urn:microsoft.com/office/officeart/2005/8/layout/default"/>
    <dgm:cxn modelId="{270B02A2-B9DA-4C9E-9F5D-FFDC57AA7E6A}" srcId="{8F8E1868-0D00-46A4-8510-E59E91001CC4}" destId="{110BDF7C-13E5-4D04-9FF3-739EAE8FEEC9}" srcOrd="2" destOrd="0" parTransId="{8F2E88EF-D004-4D80-B93F-9FD0D53EDB87}" sibTransId="{6E7B3B3E-794D-4AD1-AE94-2F2CE147F760}"/>
    <dgm:cxn modelId="{959461B4-25B6-4E18-BBE2-72D906F00D7F}" srcId="{8F8E1868-0D00-46A4-8510-E59E91001CC4}" destId="{DDD73AD2-4F0E-4EE0-A36C-7D10E7624682}" srcOrd="1" destOrd="0" parTransId="{BB5928DA-89B8-4DE8-B8D8-B0AA3433971D}" sibTransId="{2602DD3D-8361-4F94-BA97-B18F292C9EC7}"/>
    <dgm:cxn modelId="{A6C004F1-77C1-4514-A1A8-911BDAF25FA4}" srcId="{8F8E1868-0D00-46A4-8510-E59E91001CC4}" destId="{85E9C63E-80E6-471C-99BA-4DA3269B2F5E}" srcOrd="0" destOrd="0" parTransId="{3D25A824-DF5C-42CF-B1AA-428F0361BEC1}" sibTransId="{D6E2B566-A941-418C-B6BC-2C71EE9932D1}"/>
    <dgm:cxn modelId="{68A28633-7ED4-4841-AE5C-C9DE2CBA7C88}" type="presParOf" srcId="{66CD2F40-E0EC-4E84-9D4D-931FBE1DFF4C}" destId="{85BD135D-2C55-41A1-A227-A131C79779D5}" srcOrd="0" destOrd="0" presId="urn:microsoft.com/office/officeart/2005/8/layout/default"/>
    <dgm:cxn modelId="{0A0B9168-79F9-47AF-956B-C9D9D6104EC0}" type="presParOf" srcId="{66CD2F40-E0EC-4E84-9D4D-931FBE1DFF4C}" destId="{85A3F4B4-E51B-490C-8756-D219D88AF09A}" srcOrd="1" destOrd="0" presId="urn:microsoft.com/office/officeart/2005/8/layout/default"/>
    <dgm:cxn modelId="{DEA8E532-B9C0-42AA-AF80-38DB5764877C}" type="presParOf" srcId="{66CD2F40-E0EC-4E84-9D4D-931FBE1DFF4C}" destId="{0909DFE6-A46B-4BB9-97B5-A4B02E50DC5B}" srcOrd="2" destOrd="0" presId="urn:microsoft.com/office/officeart/2005/8/layout/default"/>
    <dgm:cxn modelId="{4BD7E8E5-BEBA-41D8-890D-7C9427240785}" type="presParOf" srcId="{66CD2F40-E0EC-4E84-9D4D-931FBE1DFF4C}" destId="{D1E83662-CB0A-49CD-B9AA-1D77B02E0CFB}" srcOrd="3" destOrd="0" presId="urn:microsoft.com/office/officeart/2005/8/layout/default"/>
    <dgm:cxn modelId="{AB77CF87-06D1-41F4-B782-B5BBD11428EF}" type="presParOf" srcId="{66CD2F40-E0EC-4E84-9D4D-931FBE1DFF4C}" destId="{35549EBB-005F-42EB-9208-F3038FD7A531}"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D135D-2C55-41A1-A227-A131C79779D5}">
      <dsp:nvSpPr>
        <dsp:cNvPr id="0" name=""/>
        <dsp:cNvSpPr/>
      </dsp:nvSpPr>
      <dsp:spPr>
        <a:xfrm>
          <a:off x="0" y="997743"/>
          <a:ext cx="3381375" cy="20288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Exact</a:t>
          </a:r>
        </a:p>
      </dsp:txBody>
      <dsp:txXfrm>
        <a:off x="0" y="997743"/>
        <a:ext cx="3381375" cy="2028825"/>
      </dsp:txXfrm>
    </dsp:sp>
    <dsp:sp modelId="{0909DFE6-A46B-4BB9-97B5-A4B02E50DC5B}">
      <dsp:nvSpPr>
        <dsp:cNvPr id="0" name=""/>
        <dsp:cNvSpPr/>
      </dsp:nvSpPr>
      <dsp:spPr>
        <a:xfrm>
          <a:off x="3719512" y="997743"/>
          <a:ext cx="3381375" cy="20288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Heuristic</a:t>
          </a:r>
        </a:p>
      </dsp:txBody>
      <dsp:txXfrm>
        <a:off x="3719512" y="997743"/>
        <a:ext cx="3381375" cy="2028825"/>
      </dsp:txXfrm>
    </dsp:sp>
    <dsp:sp modelId="{35549EBB-005F-42EB-9208-F3038FD7A531}">
      <dsp:nvSpPr>
        <dsp:cNvPr id="0" name=""/>
        <dsp:cNvSpPr/>
      </dsp:nvSpPr>
      <dsp:spPr>
        <a:xfrm>
          <a:off x="7439025" y="997743"/>
          <a:ext cx="3381375" cy="20288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Metaheuristic</a:t>
          </a:r>
        </a:p>
      </dsp:txBody>
      <dsp:txXfrm>
        <a:off x="7439025" y="997743"/>
        <a:ext cx="3381375" cy="202882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7T18:52:13.483"/>
    </inkml:context>
    <inkml:brush xml:id="br0">
      <inkml:brushProperty name="width" value="0.3" units="cm"/>
      <inkml:brushProperty name="height" value="0.6" units="cm"/>
      <inkml:brushProperty name="tip" value="rectangle"/>
      <inkml:brushProperty name="rasterOp" value="maskPen"/>
    </inkml:brush>
  </inkml:definitions>
  <inkml:trace contextRef="#ctx0" brushRef="#br0">17664 2011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C3AA6D-7DF1-4493-B5E3-6C12A9E2F7AD}"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C9077-7EB7-41DA-AB22-7FF06E40F1C8}" type="slidenum">
              <a:rPr lang="en-US" smtClean="0"/>
              <a:t>‹#›</a:t>
            </a:fld>
            <a:endParaRPr lang="en-US"/>
          </a:p>
        </p:txBody>
      </p:sp>
    </p:spTree>
    <p:extLst>
      <p:ext uri="{BB962C8B-B14F-4D97-AF65-F5344CB8AC3E}">
        <p14:creationId xmlns:p14="http://schemas.microsoft.com/office/powerpoint/2010/main" val="2772963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t>We implemented four algorithms, one being the benchmark and the other three being comparisons. Of these three, two are heuristic, and one is exact. </a:t>
            </a:r>
          </a:p>
          <a:p>
            <a:pPr marL="171450" indent="-171450">
              <a:buFont typeface="Arial" panose="020B0604020202020204" pitchFamily="34" charset="0"/>
              <a:buChar char="•"/>
            </a:pPr>
            <a:r>
              <a:rPr lang="en-US"/>
              <a:t>Exact</a:t>
            </a:r>
          </a:p>
          <a:p>
            <a:pPr marL="171450" indent="-171450">
              <a:buFont typeface="Arial" panose="020B0604020202020204" pitchFamily="34" charset="0"/>
              <a:buChar char="•"/>
            </a:pPr>
            <a:r>
              <a:rPr lang="en-US"/>
              <a:t>Heuristic</a:t>
            </a:r>
          </a:p>
          <a:p>
            <a:pPr marL="171450" indent="-171450">
              <a:buFont typeface="Arial" panose="020B0604020202020204" pitchFamily="34" charset="0"/>
              <a:buChar char="•"/>
            </a:pPr>
            <a:r>
              <a:rPr lang="en-US"/>
              <a:t>Metaheuristic</a:t>
            </a:r>
          </a:p>
          <a:p>
            <a:pPr marL="171450" indent="-171450">
              <a:buFont typeface="Arial" panose="020B0604020202020204" pitchFamily="34" charset="0"/>
              <a:buChar char="•"/>
            </a:pPr>
            <a:r>
              <a:rPr lang="en-US"/>
              <a:t>Exact</a:t>
            </a:r>
          </a:p>
          <a:p>
            <a:pPr marL="0" indent="0">
              <a:buFont typeface="Arial" panose="020B0604020202020204" pitchFamily="34" charset="0"/>
              <a:buNone/>
            </a:pPr>
            <a:r>
              <a:rPr lang="en-US"/>
              <a:t>These will be expanded upon later</a:t>
            </a:r>
          </a:p>
        </p:txBody>
      </p:sp>
      <p:sp>
        <p:nvSpPr>
          <p:cNvPr id="4" name="Slide Number Placeholder 3"/>
          <p:cNvSpPr>
            <a:spLocks noGrp="1"/>
          </p:cNvSpPr>
          <p:nvPr>
            <p:ph type="sldNum" sz="quarter" idx="5"/>
          </p:nvPr>
        </p:nvSpPr>
        <p:spPr/>
        <p:txBody>
          <a:bodyPr/>
          <a:lstStyle/>
          <a:p>
            <a:fld id="{078C9077-7EB7-41DA-AB22-7FF06E40F1C8}" type="slidenum">
              <a:rPr lang="en-US" smtClean="0"/>
              <a:t>4</a:t>
            </a:fld>
            <a:endParaRPr lang="en-US"/>
          </a:p>
        </p:txBody>
      </p:sp>
    </p:spTree>
    <p:extLst>
      <p:ext uri="{BB962C8B-B14F-4D97-AF65-F5344CB8AC3E}">
        <p14:creationId xmlns:p14="http://schemas.microsoft.com/office/powerpoint/2010/main" val="3553835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will find the best possible solution every time, although they may take longer to compute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use approximations or “shortcuts” to reduce the computation time but may generate a non-optimal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are general-purpose, high-level algorithms that are good at computing large datasets within reasonable amounts of time, even if the solution is not perfect (unlike Exact)</a:t>
            </a:r>
          </a:p>
        </p:txBody>
      </p:sp>
      <p:sp>
        <p:nvSpPr>
          <p:cNvPr id="4" name="Slide Number Placeholder 3"/>
          <p:cNvSpPr>
            <a:spLocks noGrp="1"/>
          </p:cNvSpPr>
          <p:nvPr>
            <p:ph type="sldNum" sz="quarter" idx="5"/>
          </p:nvPr>
        </p:nvSpPr>
        <p:spPr/>
        <p:txBody>
          <a:bodyPr/>
          <a:lstStyle/>
          <a:p>
            <a:fld id="{078C9077-7EB7-41DA-AB22-7FF06E40F1C8}" type="slidenum">
              <a:rPr lang="en-US" smtClean="0"/>
              <a:t>5</a:t>
            </a:fld>
            <a:endParaRPr lang="en-US"/>
          </a:p>
        </p:txBody>
      </p:sp>
    </p:spTree>
    <p:extLst>
      <p:ext uri="{BB962C8B-B14F-4D97-AF65-F5344CB8AC3E}">
        <p14:creationId xmlns:p14="http://schemas.microsoft.com/office/powerpoint/2010/main" val="2617557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C956-FEAF-2ACD-D303-3654BF79B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4F699-951D-97A7-86C9-137A4C938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6892D-49F3-28DF-98D7-9E3F4DD3D778}"/>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will find the best possible solution every time, although they may take longer to compute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use approximations or “shortcuts” to reduce the computation time but may generate a non-optimal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These algorithms are general-purpose, high-level algorithms that are good at computing large datasets within reasonable amounts of time, even if the solution is not perfect (unlike Exact)</a:t>
            </a:r>
          </a:p>
        </p:txBody>
      </p:sp>
      <p:sp>
        <p:nvSpPr>
          <p:cNvPr id="4" name="Slide Number Placeholder 3">
            <a:extLst>
              <a:ext uri="{FF2B5EF4-FFF2-40B4-BE49-F238E27FC236}">
                <a16:creationId xmlns:a16="http://schemas.microsoft.com/office/drawing/2014/main" id="{CE87B3B7-EE26-0719-989C-443CA498686A}"/>
              </a:ext>
            </a:extLst>
          </p:cNvPr>
          <p:cNvSpPr>
            <a:spLocks noGrp="1"/>
          </p:cNvSpPr>
          <p:nvPr>
            <p:ph type="sldNum" sz="quarter" idx="5"/>
          </p:nvPr>
        </p:nvSpPr>
        <p:spPr/>
        <p:txBody>
          <a:bodyPr/>
          <a:lstStyle/>
          <a:p>
            <a:fld id="{078C9077-7EB7-41DA-AB22-7FF06E40F1C8}" type="slidenum">
              <a:rPr lang="en-US" smtClean="0"/>
              <a:t>6</a:t>
            </a:fld>
            <a:endParaRPr lang="en-US"/>
          </a:p>
        </p:txBody>
      </p:sp>
    </p:spTree>
    <p:extLst>
      <p:ext uri="{BB962C8B-B14F-4D97-AF65-F5344CB8AC3E}">
        <p14:creationId xmlns:p14="http://schemas.microsoft.com/office/powerpoint/2010/main" val="93124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 algorithm is a more efficient version of Dijkstra’s algorithm, using heuristics to achieve this. The equation f(n) = g(n) + h(n) is used, with g(n) being the actual distance and h(n) being estimated distance. This guarantees that the shortest possible path will be found. It uses h(n) to steer towards the target, avoiding unnecessary exploring, thus saving time. It uses an “open set” (nodes to explore) and “closed set” (nodes already evaluated) to manage its search.</a:t>
            </a:r>
          </a:p>
        </p:txBody>
      </p:sp>
      <p:sp>
        <p:nvSpPr>
          <p:cNvPr id="4" name="Slide Number Placeholder 3"/>
          <p:cNvSpPr>
            <a:spLocks noGrp="1"/>
          </p:cNvSpPr>
          <p:nvPr>
            <p:ph type="sldNum" sz="quarter" idx="5"/>
          </p:nvPr>
        </p:nvSpPr>
        <p:spPr/>
        <p:txBody>
          <a:bodyPr/>
          <a:lstStyle/>
          <a:p>
            <a:fld id="{078C9077-7EB7-41DA-AB22-7FF06E40F1C8}" type="slidenum">
              <a:rPr lang="en-US" smtClean="0"/>
              <a:t>8</a:t>
            </a:fld>
            <a:endParaRPr lang="en-US"/>
          </a:p>
        </p:txBody>
      </p:sp>
    </p:spTree>
    <p:extLst>
      <p:ext uri="{BB962C8B-B14F-4D97-AF65-F5344CB8AC3E}">
        <p14:creationId xmlns:p14="http://schemas.microsoft.com/office/powerpoint/2010/main" val="522675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bg2"/>
                </a:solidFill>
                <a:highlight>
                  <a:srgbClr val="000000"/>
                </a:highlight>
              </a:rPr>
              <a:t> Python was a bad idea because its slow. Another choice could have been c, it is as fast as </a:t>
            </a:r>
            <a:r>
              <a:rPr lang="en-US" err="1">
                <a:solidFill>
                  <a:schemeClr val="bg2"/>
                </a:solidFill>
                <a:highlight>
                  <a:srgbClr val="000000"/>
                </a:highlight>
              </a:rPr>
              <a:t>c++</a:t>
            </a:r>
            <a:r>
              <a:rPr lang="en-US">
                <a:solidFill>
                  <a:schemeClr val="bg2"/>
                </a:solidFill>
                <a:highlight>
                  <a:srgbClr val="000000"/>
                </a:highlight>
              </a:rPr>
              <a:t> but without the occasional weird syntax in some places.</a:t>
            </a:r>
          </a:p>
        </p:txBody>
      </p:sp>
      <p:sp>
        <p:nvSpPr>
          <p:cNvPr id="4" name="Slide Number Placeholder 3"/>
          <p:cNvSpPr>
            <a:spLocks noGrp="1"/>
          </p:cNvSpPr>
          <p:nvPr>
            <p:ph type="sldNum" sz="quarter" idx="5"/>
          </p:nvPr>
        </p:nvSpPr>
        <p:spPr/>
        <p:txBody>
          <a:bodyPr/>
          <a:lstStyle/>
          <a:p>
            <a:fld id="{078C9077-7EB7-41DA-AB22-7FF06E40F1C8}" type="slidenum">
              <a:rPr lang="en-US" smtClean="0"/>
              <a:t>11</a:t>
            </a:fld>
            <a:endParaRPr lang="en-US"/>
          </a:p>
        </p:txBody>
      </p:sp>
    </p:spTree>
    <p:extLst>
      <p:ext uri="{BB962C8B-B14F-4D97-AF65-F5344CB8AC3E}">
        <p14:creationId xmlns:p14="http://schemas.microsoft.com/office/powerpoint/2010/main" val="3925780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the experiment went very smoothly. Although there were some issues here and there, there were no major issues that took up major chunks of time. If we were to repeat this experiment though, a major change we would have made is to decide on input and output structures from the start. We spent a lot of time reworking how the output should look, which made us refactor each algorithm multiple times. Other than this, though, not many large issues were faced.</a:t>
            </a:r>
          </a:p>
        </p:txBody>
      </p:sp>
      <p:sp>
        <p:nvSpPr>
          <p:cNvPr id="4" name="Slide Number Placeholder 3"/>
          <p:cNvSpPr>
            <a:spLocks noGrp="1"/>
          </p:cNvSpPr>
          <p:nvPr>
            <p:ph type="sldNum" sz="quarter" idx="5"/>
          </p:nvPr>
        </p:nvSpPr>
        <p:spPr/>
        <p:txBody>
          <a:bodyPr/>
          <a:lstStyle/>
          <a:p>
            <a:fld id="{078C9077-7EB7-41DA-AB22-7FF06E40F1C8}" type="slidenum">
              <a:rPr lang="en-US" smtClean="0"/>
              <a:t>14</a:t>
            </a:fld>
            <a:endParaRPr lang="en-US"/>
          </a:p>
        </p:txBody>
      </p:sp>
    </p:spTree>
    <p:extLst>
      <p:ext uri="{BB962C8B-B14F-4D97-AF65-F5344CB8AC3E}">
        <p14:creationId xmlns:p14="http://schemas.microsoft.com/office/powerpoint/2010/main" val="3922699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909561" y="4314328"/>
            <a:ext cx="2910840" cy="374642"/>
          </a:xfrm>
        </p:spPr>
        <p:txBody>
          <a:bodyPr/>
          <a:lstStyle/>
          <a:p>
            <a:fld id="{9AE7F6C3-3988-4E37-A2B0-4BCCF98D9C88}" type="datetimeFigureOut">
              <a:rPr lang="en-US" smtClean="0"/>
              <a:t>4/27/2026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887332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F6C3-3988-4E37-A2B0-4BCCF98D9C88}"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1761045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9AE7F6C3-3988-4E37-A2B0-4BCCF98D9C88}" type="datetimeFigureOut">
              <a:rPr lang="en-US" smtClean="0"/>
              <a:t>4/27/2026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275962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871110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E7F6C3-3988-4E37-A2B0-4BCCF98D9C88}"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73811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E7F6C3-3988-4E37-A2B0-4BCCF98D9C88}"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429622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E7F6C3-3988-4E37-A2B0-4BCCF98D9C88}"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76394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3975665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4262177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790388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3265042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28A120F-C203-48D5-B9FB-E602C965A269}"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024060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AE7F6C3-3988-4E37-A2B0-4BCCF98D9C88}" type="datetimeFigureOut">
              <a:rPr lang="en-US" smtClean="0"/>
              <a:t>4/27/2026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3390650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AE7F6C3-3988-4E37-A2B0-4BCCF98D9C88}"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171606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AE7F6C3-3988-4E37-A2B0-4BCCF98D9C88}"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131858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E7F6C3-3988-4E37-A2B0-4BCCF98D9C88}"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2203292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AE7F6C3-3988-4E37-A2B0-4BCCF98D9C88}" type="datetimeFigureOut">
              <a:rPr lang="en-US" smtClean="0"/>
              <a:t>4/27/2026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F28A120F-C203-48D5-B9FB-E602C965A269}" type="slidenum">
              <a:rPr lang="en-US" smtClean="0"/>
              <a:t>‹#›</a:t>
            </a:fld>
            <a:endParaRPr lang="en-US"/>
          </a:p>
        </p:txBody>
      </p:sp>
    </p:spTree>
    <p:extLst>
      <p:ext uri="{BB962C8B-B14F-4D97-AF65-F5344CB8AC3E}">
        <p14:creationId xmlns:p14="http://schemas.microsoft.com/office/powerpoint/2010/main" val="4157874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E7F6C3-3988-4E37-A2B0-4BCCF98D9C88}" type="datetimeFigureOut">
              <a:rPr lang="en-US" smtClean="0"/>
              <a:t>4/27/2026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28A120F-C203-48D5-B9FB-E602C965A269}" type="slidenum">
              <a:rPr lang="en-US" smtClean="0"/>
              <a:t>‹#›</a:t>
            </a:fld>
            <a:endParaRPr lang="en-US"/>
          </a:p>
        </p:txBody>
      </p:sp>
    </p:spTree>
    <p:extLst>
      <p:ext uri="{BB962C8B-B14F-4D97-AF65-F5344CB8AC3E}">
        <p14:creationId xmlns:p14="http://schemas.microsoft.com/office/powerpoint/2010/main" val="228253439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EFCA6-4145-7216-5E84-FE69724915D9}"/>
              </a:ext>
            </a:extLst>
          </p:cNvPr>
          <p:cNvSpPr>
            <a:spLocks noGrp="1"/>
          </p:cNvSpPr>
          <p:nvPr>
            <p:ph type="ctrTitle"/>
          </p:nvPr>
        </p:nvSpPr>
        <p:spPr/>
        <p:txBody>
          <a:bodyPr/>
          <a:lstStyle/>
          <a:p>
            <a:r>
              <a:rPr lang="en-US"/>
              <a:t>Network Routing Optimization</a:t>
            </a:r>
          </a:p>
        </p:txBody>
      </p:sp>
      <p:sp>
        <p:nvSpPr>
          <p:cNvPr id="3" name="Subtitle 2">
            <a:extLst>
              <a:ext uri="{FF2B5EF4-FFF2-40B4-BE49-F238E27FC236}">
                <a16:creationId xmlns:a16="http://schemas.microsoft.com/office/drawing/2014/main" id="{EC48B7D5-0A5C-AEAF-42C7-6C39BF5C323A}"/>
              </a:ext>
            </a:extLst>
          </p:cNvPr>
          <p:cNvSpPr>
            <a:spLocks noGrp="1"/>
          </p:cNvSpPr>
          <p:nvPr>
            <p:ph type="subTitle" idx="1"/>
          </p:nvPr>
        </p:nvSpPr>
        <p:spPr/>
        <p:txBody>
          <a:bodyPr/>
          <a:lstStyle/>
          <a:p>
            <a:r>
              <a:rPr lang="en-US"/>
              <a:t>Eli DeSha, Sean McKnight, Erick Ramirez</a:t>
            </a:r>
          </a:p>
        </p:txBody>
      </p:sp>
    </p:spTree>
    <p:extLst>
      <p:ext uri="{BB962C8B-B14F-4D97-AF65-F5344CB8AC3E}">
        <p14:creationId xmlns:p14="http://schemas.microsoft.com/office/powerpoint/2010/main" val="108161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D79E-4ADB-094D-35B3-DF74B18ED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C1186-C0D2-4DA4-842C-5A6199C5FEDE}"/>
              </a:ext>
            </a:extLst>
          </p:cNvPr>
          <p:cNvSpPr>
            <a:spLocks noGrp="1"/>
          </p:cNvSpPr>
          <p:nvPr>
            <p:ph type="title"/>
          </p:nvPr>
        </p:nvSpPr>
        <p:spPr>
          <a:xfrm>
            <a:off x="2283475" y="639762"/>
            <a:ext cx="7625048" cy="1293028"/>
          </a:xfrm>
        </p:spPr>
        <p:txBody>
          <a:bodyPr/>
          <a:lstStyle/>
          <a:p>
            <a:r>
              <a:rPr lang="en-US" err="1"/>
              <a:t>Github</a:t>
            </a:r>
            <a:r>
              <a:rPr lang="en-US"/>
              <a:t> repository QR code</a:t>
            </a:r>
          </a:p>
        </p:txBody>
      </p:sp>
      <p:pic>
        <p:nvPicPr>
          <p:cNvPr id="5" name="Content Placeholder 4">
            <a:extLst>
              <a:ext uri="{FF2B5EF4-FFF2-40B4-BE49-F238E27FC236}">
                <a16:creationId xmlns:a16="http://schemas.microsoft.com/office/drawing/2014/main" id="{FD812DD4-AF10-A115-0980-650FF326AC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83843" y="2193925"/>
            <a:ext cx="4024313" cy="4024313"/>
          </a:xfrm>
          <a:prstGeom prst="rect">
            <a:avLst/>
          </a:prstGeom>
        </p:spPr>
      </p:pic>
    </p:spTree>
    <p:extLst>
      <p:ext uri="{BB962C8B-B14F-4D97-AF65-F5344CB8AC3E}">
        <p14:creationId xmlns:p14="http://schemas.microsoft.com/office/powerpoint/2010/main" val="424514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AF3F8-B0A8-C953-A917-68F3A0FCD1DD}"/>
              </a:ext>
            </a:extLst>
          </p:cNvPr>
          <p:cNvSpPr>
            <a:spLocks noGrp="1"/>
          </p:cNvSpPr>
          <p:nvPr>
            <p:ph type="title"/>
          </p:nvPr>
        </p:nvSpPr>
        <p:spPr>
          <a:xfrm>
            <a:off x="685800" y="764373"/>
            <a:ext cx="10820400" cy="1293028"/>
          </a:xfrm>
        </p:spPr>
        <p:txBody>
          <a:bodyPr>
            <a:normAutofit/>
          </a:bodyPr>
          <a:lstStyle/>
          <a:p>
            <a:r>
              <a:rPr lang="en-US"/>
              <a:t>What is “network routing optimization?”</a:t>
            </a:r>
          </a:p>
        </p:txBody>
      </p:sp>
      <p:sp>
        <p:nvSpPr>
          <p:cNvPr id="3" name="Content Placeholder 2">
            <a:extLst>
              <a:ext uri="{FF2B5EF4-FFF2-40B4-BE49-F238E27FC236}">
                <a16:creationId xmlns:a16="http://schemas.microsoft.com/office/drawing/2014/main" id="{375B69ED-C908-F1B3-483B-CB594DAA2576}"/>
              </a:ext>
            </a:extLst>
          </p:cNvPr>
          <p:cNvSpPr>
            <a:spLocks noGrp="1"/>
          </p:cNvSpPr>
          <p:nvPr>
            <p:ph idx="1"/>
          </p:nvPr>
        </p:nvSpPr>
        <p:spPr/>
        <p:txBody>
          <a:bodyPr vert="horz" lIns="91440" tIns="45720" rIns="91440" bIns="45720" rtlCol="0" anchor="t">
            <a:normAutofit/>
          </a:bodyPr>
          <a:lstStyle/>
          <a:p>
            <a:pPr marL="0" indent="0">
              <a:buNone/>
            </a:pPr>
            <a:r>
              <a:rPr lang="en-US"/>
              <a:t>	Network routing optimization (NRO) is the process in which the most efficient route is found for a given target. This target can be a data packet, a car, a shipment, etc. NRO is essential to daily life, a few examples of which are</a:t>
            </a:r>
          </a:p>
          <a:p>
            <a:pPr lvl="1"/>
            <a:r>
              <a:rPr lang="en-US"/>
              <a:t>GPS apps (Google maps, Apple maps, Waze etc.)</a:t>
            </a:r>
          </a:p>
          <a:p>
            <a:pPr lvl="1"/>
            <a:r>
              <a:rPr lang="en-US"/>
              <a:t>Sending/receiving data over the internet</a:t>
            </a:r>
          </a:p>
          <a:p>
            <a:pPr lvl="1"/>
            <a:r>
              <a:rPr lang="en-US"/>
              <a:t>Routing server traffic</a:t>
            </a:r>
          </a:p>
          <a:p>
            <a:pPr lvl="1"/>
            <a:r>
              <a:rPr lang="en-US"/>
              <a:t>And many more!</a:t>
            </a:r>
          </a:p>
        </p:txBody>
      </p:sp>
    </p:spTree>
    <p:extLst>
      <p:ext uri="{BB962C8B-B14F-4D97-AF65-F5344CB8AC3E}">
        <p14:creationId xmlns:p14="http://schemas.microsoft.com/office/powerpoint/2010/main" val="4155384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DFEC-F3E7-2905-8473-648F8C9EA114}"/>
              </a:ext>
            </a:extLst>
          </p:cNvPr>
          <p:cNvSpPr>
            <a:spLocks noGrp="1"/>
          </p:cNvSpPr>
          <p:nvPr>
            <p:ph type="title"/>
          </p:nvPr>
        </p:nvSpPr>
        <p:spPr/>
        <p:txBody>
          <a:bodyPr/>
          <a:lstStyle/>
          <a:p>
            <a:r>
              <a:rPr lang="en-US"/>
              <a:t>Algorithms used</a:t>
            </a:r>
          </a:p>
        </p:txBody>
      </p:sp>
      <p:sp>
        <p:nvSpPr>
          <p:cNvPr id="3" name="Content Placeholder 2">
            <a:extLst>
              <a:ext uri="{FF2B5EF4-FFF2-40B4-BE49-F238E27FC236}">
                <a16:creationId xmlns:a16="http://schemas.microsoft.com/office/drawing/2014/main" id="{43D5D5EE-6E4D-DC53-991D-1F971D47450D}"/>
              </a:ext>
            </a:extLst>
          </p:cNvPr>
          <p:cNvSpPr>
            <a:spLocks noGrp="1"/>
          </p:cNvSpPr>
          <p:nvPr>
            <p:ph idx="1"/>
          </p:nvPr>
        </p:nvSpPr>
        <p:spPr/>
        <p:txBody>
          <a:bodyPr/>
          <a:lstStyle/>
          <a:p>
            <a:pPr marL="0" indent="0">
              <a:buNone/>
            </a:pPr>
            <a:r>
              <a:rPr lang="en-US"/>
              <a:t>	Four algorithms were used, with one being the benchmark these algorithms were:</a:t>
            </a:r>
          </a:p>
          <a:p>
            <a:pPr lvl="1"/>
            <a:r>
              <a:rPr lang="en-US"/>
              <a:t>Dijkstra’s algorithm (benchmark)</a:t>
            </a:r>
          </a:p>
          <a:p>
            <a:pPr lvl="1"/>
            <a:r>
              <a:rPr lang="en-US"/>
              <a:t>A* algorithm</a:t>
            </a:r>
          </a:p>
          <a:p>
            <a:pPr lvl="1"/>
            <a:r>
              <a:rPr lang="en-US"/>
              <a:t>Ant Colony Optimization algorithm</a:t>
            </a:r>
          </a:p>
          <a:p>
            <a:pPr lvl="1"/>
            <a:r>
              <a:rPr lang="en-US"/>
              <a:t>Bellman-Ford algorithm</a:t>
            </a:r>
          </a:p>
        </p:txBody>
      </p:sp>
    </p:spTree>
    <p:extLst>
      <p:ext uri="{BB962C8B-B14F-4D97-AF65-F5344CB8AC3E}">
        <p14:creationId xmlns:p14="http://schemas.microsoft.com/office/powerpoint/2010/main" val="2312844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E8F73F2-20BC-5D54-E7F8-C3434683AA05}"/>
              </a:ext>
            </a:extLst>
          </p:cNvPr>
          <p:cNvGraphicFramePr>
            <a:graphicFrameLocks noGrp="1"/>
          </p:cNvGraphicFramePr>
          <p:nvPr>
            <p:ph idx="1"/>
            <p:extLst>
              <p:ext uri="{D42A27DB-BD31-4B8C-83A1-F6EECF244321}">
                <p14:modId xmlns:p14="http://schemas.microsoft.com/office/powerpoint/2010/main" val="251387337"/>
              </p:ext>
            </p:extLst>
          </p:nvPr>
        </p:nvGraphicFramePr>
        <p:xfrm>
          <a:off x="685800" y="1416843"/>
          <a:ext cx="10820400" cy="40243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6285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E7D5-A758-73F8-3553-71312B4DA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B3C7B-7B9E-EED0-8328-73C24227142C}"/>
              </a:ext>
            </a:extLst>
          </p:cNvPr>
          <p:cNvSpPr>
            <a:spLocks noGrp="1"/>
          </p:cNvSpPr>
          <p:nvPr>
            <p:ph type="title"/>
          </p:nvPr>
        </p:nvSpPr>
        <p:spPr/>
        <p:txBody>
          <a:bodyPr>
            <a:normAutofit/>
          </a:bodyPr>
          <a:lstStyle/>
          <a:p>
            <a:r>
              <a:rPr lang="en-US"/>
              <a:t> </a:t>
            </a:r>
            <a:r>
              <a:rPr lang="en-US" err="1"/>
              <a:t>THe</a:t>
            </a:r>
            <a:r>
              <a:rPr lang="en-US"/>
              <a:t> Data-</a:t>
            </a:r>
            <a:r>
              <a:rPr lang="en-US" err="1"/>
              <a:t>genERATION</a:t>
            </a:r>
          </a:p>
        </p:txBody>
      </p:sp>
      <p:sp>
        <p:nvSpPr>
          <p:cNvPr id="3" name="Content Placeholder 2">
            <a:extLst>
              <a:ext uri="{FF2B5EF4-FFF2-40B4-BE49-F238E27FC236}">
                <a16:creationId xmlns:a16="http://schemas.microsoft.com/office/drawing/2014/main" id="{C87C9EB7-4252-C344-3B36-3C74C0236D4D}"/>
              </a:ext>
            </a:extLst>
          </p:cNvPr>
          <p:cNvSpPr>
            <a:spLocks noGrp="1"/>
          </p:cNvSpPr>
          <p:nvPr>
            <p:ph idx="1"/>
          </p:nvPr>
        </p:nvSpPr>
        <p:spPr/>
        <p:txBody>
          <a:bodyPr vert="horz" lIns="91440" tIns="45720" rIns="91440" bIns="45720" rtlCol="0" anchor="t">
            <a:normAutofit/>
          </a:bodyPr>
          <a:lstStyle/>
          <a:p>
            <a:pPr marL="0" indent="0">
              <a:buNone/>
            </a:pPr>
            <a:r>
              <a:rPr lang="en-US"/>
              <a:t>The data generation was done in a separate program(datagen.cpp) which is given an argument in the cli for how many nodes to make (./</a:t>
            </a:r>
            <a:r>
              <a:rPr lang="en-US" err="1"/>
              <a:t>datagen</a:t>
            </a:r>
            <a:r>
              <a:rPr lang="en-US"/>
              <a:t> 300). The data generator works by randomly generating 3 points for every x value. The only points with a guaranteed location are the start position(0,0) and the end position(nodes/3 -1, nodes/3 -1)</a:t>
            </a:r>
          </a:p>
          <a:p>
            <a:pPr marL="0" indent="0">
              <a:buNone/>
            </a:pPr>
            <a:r>
              <a:rPr lang="en-US"/>
              <a:t>We decided on there being three points for every x (and most y's) so that every point can connect to one or more points.</a:t>
            </a:r>
          </a:p>
          <a:p>
            <a:pPr marL="0" indent="0">
              <a:buNone/>
            </a:pPr>
            <a:endParaRPr lang="en-US"/>
          </a:p>
        </p:txBody>
      </p:sp>
    </p:spTree>
    <p:extLst>
      <p:ext uri="{BB962C8B-B14F-4D97-AF65-F5344CB8AC3E}">
        <p14:creationId xmlns:p14="http://schemas.microsoft.com/office/powerpoint/2010/main" val="3739301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B7073-CFA6-382F-2C61-EEBFA09A9499}"/>
              </a:ext>
            </a:extLst>
          </p:cNvPr>
          <p:cNvSpPr>
            <a:spLocks noGrp="1"/>
          </p:cNvSpPr>
          <p:nvPr>
            <p:ph type="title"/>
          </p:nvPr>
        </p:nvSpPr>
        <p:spPr/>
        <p:txBody>
          <a:bodyPr/>
          <a:lstStyle/>
          <a:p>
            <a:r>
              <a:rPr lang="en-US"/>
              <a:t>What does Dijkstra’s Algorithm do?</a:t>
            </a:r>
          </a:p>
        </p:txBody>
      </p:sp>
      <p:sp>
        <p:nvSpPr>
          <p:cNvPr id="3" name="Content Placeholder 2">
            <a:extLst>
              <a:ext uri="{FF2B5EF4-FFF2-40B4-BE49-F238E27FC236}">
                <a16:creationId xmlns:a16="http://schemas.microsoft.com/office/drawing/2014/main" id="{4EEB5D30-F96B-4BCD-7A64-2EA94E4742B4}"/>
              </a:ext>
            </a:extLst>
          </p:cNvPr>
          <p:cNvSpPr>
            <a:spLocks noGrp="1"/>
          </p:cNvSpPr>
          <p:nvPr>
            <p:ph idx="1"/>
          </p:nvPr>
        </p:nvSpPr>
        <p:spPr/>
        <p:txBody>
          <a:bodyPr vert="horz" lIns="91440" tIns="45720" rIns="91440" bIns="45720" rtlCol="0" anchor="t">
            <a:normAutofit/>
          </a:bodyPr>
          <a:lstStyle/>
          <a:p>
            <a:r>
              <a:rPr lang="en-US"/>
              <a:t>Finds the exact answer by repeatedly relaxing edges.</a:t>
            </a:r>
          </a:p>
          <a:p>
            <a:r>
              <a:rPr lang="en-US"/>
              <a:t>Uses a minimum priority queue</a:t>
            </a:r>
          </a:p>
          <a:p>
            <a:r>
              <a:rPr lang="en-US"/>
              <a:t>Only works with positive weights on edges.</a:t>
            </a:r>
          </a:p>
          <a:p>
            <a:pPr marL="0" indent="0">
              <a:buNone/>
            </a:pPr>
            <a:endParaRPr lang="en-US"/>
          </a:p>
        </p:txBody>
      </p:sp>
    </p:spTree>
    <p:extLst>
      <p:ext uri="{BB962C8B-B14F-4D97-AF65-F5344CB8AC3E}">
        <p14:creationId xmlns:p14="http://schemas.microsoft.com/office/powerpoint/2010/main" val="305143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F0C32-47FB-66E6-2912-E4D42A979FE4}"/>
              </a:ext>
            </a:extLst>
          </p:cNvPr>
          <p:cNvSpPr>
            <a:spLocks noGrp="1"/>
          </p:cNvSpPr>
          <p:nvPr>
            <p:ph type="title"/>
          </p:nvPr>
        </p:nvSpPr>
        <p:spPr/>
        <p:txBody>
          <a:bodyPr/>
          <a:lstStyle/>
          <a:p>
            <a:r>
              <a:rPr lang="en-US"/>
              <a:t>How does the A* algorithm work?</a:t>
            </a:r>
          </a:p>
        </p:txBody>
      </p:sp>
      <p:sp>
        <p:nvSpPr>
          <p:cNvPr id="3" name="Content Placeholder 2">
            <a:extLst>
              <a:ext uri="{FF2B5EF4-FFF2-40B4-BE49-F238E27FC236}">
                <a16:creationId xmlns:a16="http://schemas.microsoft.com/office/drawing/2014/main" id="{B7093AF0-FC31-18B4-CD2E-D4287D9878DE}"/>
              </a:ext>
            </a:extLst>
          </p:cNvPr>
          <p:cNvSpPr>
            <a:spLocks noGrp="1"/>
          </p:cNvSpPr>
          <p:nvPr>
            <p:ph idx="1"/>
          </p:nvPr>
        </p:nvSpPr>
        <p:spPr/>
        <p:txBody>
          <a:bodyPr/>
          <a:lstStyle/>
          <a:p>
            <a:r>
              <a:rPr lang="en-US"/>
              <a:t>A more efficient version of Dijkstra’s algorithm</a:t>
            </a:r>
          </a:p>
          <a:p>
            <a:r>
              <a:rPr lang="en-US"/>
              <a:t>Uses the equation f(n) = g(n) + h(n)</a:t>
            </a:r>
          </a:p>
          <a:p>
            <a:r>
              <a:rPr lang="en-US"/>
              <a:t>Guaranteed to find the shortest possible path</a:t>
            </a:r>
          </a:p>
          <a:p>
            <a:r>
              <a:rPr lang="en-US"/>
              <a:t>Uses h(n) to steer towards target</a:t>
            </a:r>
          </a:p>
          <a:p>
            <a:r>
              <a:rPr lang="en-US"/>
              <a:t>An “open set” and “closed set” are used to manage its search</a:t>
            </a:r>
          </a:p>
          <a:p>
            <a:endParaRPr lang="en-US"/>
          </a:p>
        </p:txBody>
      </p:sp>
    </p:spTree>
    <p:extLst>
      <p:ext uri="{BB962C8B-B14F-4D97-AF65-F5344CB8AC3E}">
        <p14:creationId xmlns:p14="http://schemas.microsoft.com/office/powerpoint/2010/main" val="3255408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8D42F-62DF-615A-07B7-2AD21D17AA5E}"/>
              </a:ext>
            </a:extLst>
          </p:cNvPr>
          <p:cNvSpPr>
            <a:spLocks noGrp="1"/>
          </p:cNvSpPr>
          <p:nvPr>
            <p:ph type="title"/>
          </p:nvPr>
        </p:nvSpPr>
        <p:spPr>
          <a:xfrm>
            <a:off x="936434" y="383373"/>
            <a:ext cx="10569766" cy="1293028"/>
          </a:xfrm>
        </p:spPr>
        <p:txBody>
          <a:bodyPr>
            <a:normAutofit/>
          </a:bodyPr>
          <a:lstStyle/>
          <a:p>
            <a:r>
              <a:rPr lang="en-US"/>
              <a:t>How does the Ant colony optimization (ACO) algorithm work?</a:t>
            </a:r>
          </a:p>
        </p:txBody>
      </p:sp>
      <p:sp>
        <p:nvSpPr>
          <p:cNvPr id="3" name="Content Placeholder 2">
            <a:extLst>
              <a:ext uri="{FF2B5EF4-FFF2-40B4-BE49-F238E27FC236}">
                <a16:creationId xmlns:a16="http://schemas.microsoft.com/office/drawing/2014/main" id="{B4F76B83-B90A-8782-41E4-CB1AB8953F42}"/>
              </a:ext>
            </a:extLst>
          </p:cNvPr>
          <p:cNvSpPr>
            <a:spLocks noGrp="1"/>
          </p:cNvSpPr>
          <p:nvPr>
            <p:ph idx="1"/>
          </p:nvPr>
        </p:nvSpPr>
        <p:spPr>
          <a:xfrm>
            <a:off x="433589" y="1824293"/>
            <a:ext cx="11587766" cy="4474885"/>
          </a:xfrm>
        </p:spPr>
        <p:txBody>
          <a:bodyPr vert="horz" lIns="91440" tIns="45720" rIns="91440" bIns="45720" rtlCol="0" anchor="t">
            <a:noAutofit/>
          </a:bodyPr>
          <a:lstStyle/>
          <a:p>
            <a:r>
              <a:rPr lang="en-US">
                <a:ea typeface="+mn-lt"/>
                <a:cs typeface="+mn-lt"/>
              </a:rPr>
              <a:t>Metaheuristic</a:t>
            </a:r>
          </a:p>
          <a:p>
            <a:r>
              <a:rPr lang="en-US">
                <a:ea typeface="+mn-lt"/>
                <a:cs typeface="+mn-lt"/>
              </a:rPr>
              <a:t>It does not guarantee the optimal solution and is inspired by a natural process</a:t>
            </a:r>
            <a:endParaRPr lang="en-US"/>
          </a:p>
          <a:p>
            <a:r>
              <a:rPr lang="en-US"/>
              <a:t>Inspired by behavior of ants</a:t>
            </a:r>
          </a:p>
          <a:p>
            <a:r>
              <a:rPr lang="en-US"/>
              <a:t>Ants deposit pheromones on paths, which guides future ants</a:t>
            </a:r>
          </a:p>
          <a:p>
            <a:r>
              <a:rPr lang="en-US"/>
              <a:t>Uses the equation: probability based on pheromone level τ and heuristic η</a:t>
            </a:r>
          </a:p>
          <a:p>
            <a:r>
              <a:rPr lang="en-US"/>
              <a:t>Not guaranteed to find the absolute shortest path</a:t>
            </a:r>
          </a:p>
          <a:p>
            <a:r>
              <a:rPr lang="en-US"/>
              <a:t>Pheromone evaporation prevents the algorithm from getting stuck</a:t>
            </a:r>
          </a:p>
          <a:p>
            <a:r>
              <a:rPr lang="en-US"/>
              <a:t>Balances exploration of new paths and exploitation of known good paths</a:t>
            </a:r>
          </a:p>
          <a:p>
            <a:endParaRPr lang="en-US" sz="1800"/>
          </a:p>
          <a:p>
            <a:endParaRPr lang="en-US" sz="2400">
              <a:solidFill>
                <a:srgbClr val="202122"/>
              </a:solidFill>
              <a:highlight>
                <a:srgbClr val="FFFFFF"/>
              </a:highlight>
            </a:endParaRP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AA2537B9-06CD-CEC3-37E1-55A39735F4F0}"/>
                  </a:ext>
                </a:extLst>
              </p14:cNvPr>
              <p14:cNvContentPartPr/>
              <p14:nvPr/>
            </p14:nvContentPartPr>
            <p14:xfrm>
              <a:off x="8469312" y="1029228"/>
              <a:ext cx="13229" cy="13229"/>
            </p14:xfrm>
          </p:contentPart>
        </mc:Choice>
        <mc:Fallback>
          <p:pic>
            <p:nvPicPr>
              <p:cNvPr id="6" name="Ink 5">
                <a:extLst>
                  <a:ext uri="{FF2B5EF4-FFF2-40B4-BE49-F238E27FC236}">
                    <a16:creationId xmlns:a16="http://schemas.microsoft.com/office/drawing/2014/main" id="{AA2537B9-06CD-CEC3-37E1-55A39735F4F0}"/>
                  </a:ext>
                </a:extLst>
              </p:cNvPr>
              <p:cNvPicPr/>
              <p:nvPr/>
            </p:nvPicPr>
            <p:blipFill>
              <a:blip r:embed="rId3"/>
              <a:stretch>
                <a:fillRect/>
              </a:stretch>
            </p:blipFill>
            <p:spPr>
              <a:xfrm>
                <a:off x="6484962" y="-2939472"/>
                <a:ext cx="3968700" cy="7937400"/>
              </a:xfrm>
              <a:prstGeom prst="rect">
                <a:avLst/>
              </a:prstGeom>
            </p:spPr>
          </p:pic>
        </mc:Fallback>
      </mc:AlternateContent>
    </p:spTree>
    <p:extLst>
      <p:ext uri="{BB962C8B-B14F-4D97-AF65-F5344CB8AC3E}">
        <p14:creationId xmlns:p14="http://schemas.microsoft.com/office/powerpoint/2010/main" val="275223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DB87D-9FE0-F355-87F7-3FB2E5E35F11}"/>
              </a:ext>
            </a:extLst>
          </p:cNvPr>
          <p:cNvSpPr>
            <a:spLocks noGrp="1"/>
          </p:cNvSpPr>
          <p:nvPr>
            <p:ph type="title"/>
          </p:nvPr>
        </p:nvSpPr>
        <p:spPr/>
        <p:txBody>
          <a:bodyPr/>
          <a:lstStyle/>
          <a:p>
            <a:r>
              <a:rPr lang="en-US"/>
              <a:t>Describe bellman ford</a:t>
            </a:r>
          </a:p>
        </p:txBody>
      </p:sp>
      <p:sp>
        <p:nvSpPr>
          <p:cNvPr id="3" name="Content Placeholder 2">
            <a:extLst>
              <a:ext uri="{FF2B5EF4-FFF2-40B4-BE49-F238E27FC236}">
                <a16:creationId xmlns:a16="http://schemas.microsoft.com/office/drawing/2014/main" id="{9B11746C-CD77-7E1E-5A3E-41E48533903D}"/>
              </a:ext>
            </a:extLst>
          </p:cNvPr>
          <p:cNvSpPr>
            <a:spLocks noGrp="1"/>
          </p:cNvSpPr>
          <p:nvPr>
            <p:ph idx="1"/>
          </p:nvPr>
        </p:nvSpPr>
        <p:spPr/>
        <p:txBody>
          <a:bodyPr vert="horz" lIns="91440" tIns="45720" rIns="91440" bIns="45720" rtlCol="0" anchor="t">
            <a:normAutofit/>
          </a:bodyPr>
          <a:lstStyle/>
          <a:p>
            <a:r>
              <a:rPr lang="en-US">
                <a:solidFill>
                  <a:srgbClr val="FFFFFF"/>
                </a:solidFill>
                <a:ea typeface="+mn-lt"/>
                <a:cs typeface="+mn-lt"/>
              </a:rPr>
              <a:t>Exact, similar  to Dijkstra, but differs in approach</a:t>
            </a:r>
          </a:p>
          <a:p>
            <a:r>
              <a:rPr lang="en-US">
                <a:solidFill>
                  <a:srgbClr val="FFFFFF"/>
                </a:solidFill>
                <a:ea typeface="+mn-lt"/>
                <a:cs typeface="+mn-lt"/>
              </a:rPr>
              <a:t>A shortest path algorithm that can handle negative edge weights</a:t>
            </a:r>
            <a:endParaRPr lang="en-US"/>
          </a:p>
          <a:p>
            <a:r>
              <a:rPr lang="en-US">
                <a:solidFill>
                  <a:srgbClr val="FFFFFF"/>
                </a:solidFill>
                <a:ea typeface="+mn-lt"/>
                <a:cs typeface="+mn-lt"/>
              </a:rPr>
              <a:t>Repeatedly relaxes all edges in the graph V-1 times</a:t>
            </a:r>
            <a:endParaRPr lang="en-US"/>
          </a:p>
          <a:p>
            <a:r>
              <a:rPr lang="en-US">
                <a:solidFill>
                  <a:srgbClr val="FFFFFF"/>
                </a:solidFill>
                <a:ea typeface="+mn-lt"/>
                <a:cs typeface="+mn-lt"/>
              </a:rPr>
              <a:t>Uses the equation: d(v) = min(d(v), d(u) + w(</a:t>
            </a:r>
            <a:r>
              <a:rPr lang="en-US" err="1">
                <a:solidFill>
                  <a:srgbClr val="FFFFFF"/>
                </a:solidFill>
                <a:ea typeface="+mn-lt"/>
                <a:cs typeface="+mn-lt"/>
              </a:rPr>
              <a:t>u,v</a:t>
            </a:r>
            <a:r>
              <a:rPr lang="en-US">
                <a:solidFill>
                  <a:srgbClr val="FFFFFF"/>
                </a:solidFill>
                <a:ea typeface="+mn-lt"/>
                <a:cs typeface="+mn-lt"/>
              </a:rPr>
              <a:t>))</a:t>
            </a:r>
            <a:endParaRPr lang="en-US"/>
          </a:p>
          <a:p>
            <a:r>
              <a:rPr lang="en-US">
                <a:solidFill>
                  <a:srgbClr val="FFFFFF"/>
                </a:solidFill>
                <a:ea typeface="+mn-lt"/>
                <a:cs typeface="+mn-lt"/>
              </a:rPr>
              <a:t>Guaranteed to find the shortest possible path</a:t>
            </a:r>
            <a:endParaRPr lang="en-US"/>
          </a:p>
          <a:p>
            <a:r>
              <a:rPr lang="en-US">
                <a:solidFill>
                  <a:srgbClr val="FFFFFF"/>
                </a:solidFill>
                <a:ea typeface="+mn-lt"/>
                <a:cs typeface="+mn-lt"/>
              </a:rPr>
              <a:t>Slower than Dijkstra's but more flexible due to negative weight support</a:t>
            </a:r>
            <a:endParaRPr lang="en-US"/>
          </a:p>
          <a:p>
            <a:r>
              <a:rPr lang="en-US">
                <a:solidFill>
                  <a:srgbClr val="FFFFFF"/>
                </a:solidFill>
                <a:ea typeface="+mn-lt"/>
                <a:cs typeface="+mn-lt"/>
              </a:rPr>
              <a:t>Can detect negative weight cycles in a graph</a:t>
            </a:r>
            <a:endParaRPr lang="en-US"/>
          </a:p>
          <a:p>
            <a:endParaRPr lang="en-US">
              <a:solidFill>
                <a:srgbClr val="FFFFFF"/>
              </a:solidFill>
              <a:ea typeface="+mn-lt"/>
              <a:cs typeface="+mn-lt"/>
            </a:endParaRPr>
          </a:p>
          <a:p>
            <a:endParaRPr lang="en-US"/>
          </a:p>
        </p:txBody>
      </p:sp>
    </p:spTree>
    <p:extLst>
      <p:ext uri="{BB962C8B-B14F-4D97-AF65-F5344CB8AC3E}">
        <p14:creationId xmlns:p14="http://schemas.microsoft.com/office/powerpoint/2010/main" val="3508019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48404-BD3B-7CAB-CC70-B3324BFC0C96}"/>
              </a:ext>
            </a:extLst>
          </p:cNvPr>
          <p:cNvSpPr>
            <a:spLocks noGrp="1"/>
          </p:cNvSpPr>
          <p:nvPr>
            <p:ph type="title"/>
          </p:nvPr>
        </p:nvSpPr>
        <p:spPr/>
        <p:txBody>
          <a:bodyPr/>
          <a:lstStyle/>
          <a:p>
            <a:r>
              <a:rPr lang="en-US"/>
              <a:t>IMPLEMENTATION</a:t>
            </a:r>
          </a:p>
        </p:txBody>
      </p:sp>
      <p:sp>
        <p:nvSpPr>
          <p:cNvPr id="3" name="Content Placeholder 2">
            <a:extLst>
              <a:ext uri="{FF2B5EF4-FFF2-40B4-BE49-F238E27FC236}">
                <a16:creationId xmlns:a16="http://schemas.microsoft.com/office/drawing/2014/main" id="{08F2205D-4BAC-2F07-11C5-74A93BC0CF64}"/>
              </a:ext>
            </a:extLst>
          </p:cNvPr>
          <p:cNvSpPr>
            <a:spLocks noGrp="1"/>
          </p:cNvSpPr>
          <p:nvPr>
            <p:ph idx="1"/>
          </p:nvPr>
        </p:nvSpPr>
        <p:spPr/>
        <p:txBody>
          <a:bodyPr vert="horz" lIns="91440" tIns="45720" rIns="91440" bIns="45720" rtlCol="0" anchor="t">
            <a:normAutofit/>
          </a:bodyPr>
          <a:lstStyle/>
          <a:p>
            <a:r>
              <a:rPr lang="en-US"/>
              <a:t>All the heavy lifting was done in </a:t>
            </a:r>
            <a:r>
              <a:rPr lang="en-US" err="1"/>
              <a:t>c++</a:t>
            </a:r>
            <a:r>
              <a:rPr lang="en-US"/>
              <a:t> because it’s a language we all knew and were comfortable in.  </a:t>
            </a:r>
          </a:p>
          <a:p>
            <a:r>
              <a:rPr lang="en-US"/>
              <a:t>The graphs were made with python. </a:t>
            </a:r>
          </a:p>
          <a:p>
            <a:r>
              <a:rPr lang="en-US"/>
              <a:t>In order to make all of this happen with a single command into command prompt. A </a:t>
            </a:r>
            <a:r>
              <a:rPr lang="en-US" err="1"/>
              <a:t>makefile</a:t>
            </a:r>
            <a:r>
              <a:rPr lang="en-US"/>
              <a:t> compiles all the code, then runs data gen for each value of nodes (150 * 2^n with n starting at 1). The algorithms are then run against the different data sets. </a:t>
            </a:r>
          </a:p>
          <a:p>
            <a:r>
              <a:rPr lang="en-US"/>
              <a:t>Finally, the python script makes the graphs.</a:t>
            </a:r>
          </a:p>
          <a:p>
            <a:endParaRPr lang="en-US"/>
          </a:p>
          <a:p>
            <a:endParaRPr lang="en-US"/>
          </a:p>
        </p:txBody>
      </p:sp>
    </p:spTree>
    <p:extLst>
      <p:ext uri="{BB962C8B-B14F-4D97-AF65-F5344CB8AC3E}">
        <p14:creationId xmlns:p14="http://schemas.microsoft.com/office/powerpoint/2010/main" val="2309592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25F7D-2F28-0364-C927-F71CB9A5CA85}"/>
              </a:ext>
            </a:extLst>
          </p:cNvPr>
          <p:cNvSpPr>
            <a:spLocks noGrp="1"/>
          </p:cNvSpPr>
          <p:nvPr>
            <p:ph type="title"/>
          </p:nvPr>
        </p:nvSpPr>
        <p:spPr/>
        <p:txBody>
          <a:bodyPr/>
          <a:lstStyle/>
          <a:p>
            <a:r>
              <a:rPr lang="en-US"/>
              <a:t>Code Output discussion</a:t>
            </a:r>
          </a:p>
        </p:txBody>
      </p:sp>
      <p:sp>
        <p:nvSpPr>
          <p:cNvPr id="3" name="Content Placeholder 2">
            <a:extLst>
              <a:ext uri="{FF2B5EF4-FFF2-40B4-BE49-F238E27FC236}">
                <a16:creationId xmlns:a16="http://schemas.microsoft.com/office/drawing/2014/main" id="{76C49D7F-BB70-6A55-F37F-52044EE27A48}"/>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a:solidFill>
                  <a:srgbClr val="F8F8F6"/>
                </a:solidFill>
                <a:highlight>
                  <a:srgbClr val="1F1F1E"/>
                </a:highlight>
                <a:ea typeface="+mn-lt"/>
                <a:cs typeface="+mn-lt"/>
              </a:rPr>
              <a:t>All algorithms were tested across 8 node sizes from 300 to 38,400 nodes</a:t>
            </a:r>
            <a:endParaRPr lang="en-US">
              <a:ea typeface="+mn-lt"/>
              <a:cs typeface="+mn-lt"/>
            </a:endParaRPr>
          </a:p>
          <a:p>
            <a:r>
              <a:rPr lang="en-US">
                <a:solidFill>
                  <a:srgbClr val="F8F8F6"/>
                </a:solidFill>
                <a:highlight>
                  <a:srgbClr val="1F1F1E"/>
                </a:highlight>
                <a:ea typeface="+mn-lt"/>
                <a:cs typeface="+mn-lt"/>
              </a:rPr>
              <a:t>Weight: Dijkstra's, A*, and Bellman-Ford all found the shortest path at every size, with their weights being almost the same and near zero on the scale of the graph. ACO was a massive outlier at 300 nodes, producing the highest weight before dropping down, suggesting it failed to find a valid path at the smallest size and struggled to converge early on</a:t>
            </a:r>
            <a:endParaRPr lang="en-US"/>
          </a:p>
          <a:p>
            <a:r>
              <a:rPr lang="en-US">
                <a:solidFill>
                  <a:srgbClr val="F8F8F6"/>
                </a:solidFill>
                <a:highlight>
                  <a:srgbClr val="1F1F1E"/>
                </a:highlight>
                <a:ea typeface="+mn-lt"/>
                <a:cs typeface="+mn-lt"/>
              </a:rPr>
              <a:t>Time: A* and Dijkstra's almost impossible to tell apart graph, both staying near 0ms even at 38,400 nodes, Bellman-Ford also stayed low, never exceeding roughly 50ms,ACO was the extreme outlier, starting at around 175ms at 300 nodes, spiking to 750ms at 9,600 nodes, and reaching about 1,620ms at 38,400 nodes</a:t>
            </a:r>
            <a:endParaRPr lang="en-US"/>
          </a:p>
          <a:p>
            <a:r>
              <a:rPr lang="en-US">
                <a:solidFill>
                  <a:srgbClr val="F8F8F6"/>
                </a:solidFill>
                <a:highlight>
                  <a:srgbClr val="1F1F1E"/>
                </a:highlight>
                <a:ea typeface="+mn-lt"/>
                <a:cs typeface="+mn-lt"/>
              </a:rPr>
              <a:t>Operations: Dijkstra's and A* were nearly flat across all sizes, staying close to zero relative to the scale, Bellman-Ford grew linearly, while ACO was again the worst performer</a:t>
            </a:r>
          </a:p>
          <a:p>
            <a:pPr marL="0" indent="0">
              <a:buNone/>
            </a:pPr>
            <a:r>
              <a:rPr lang="en-US">
                <a:solidFill>
                  <a:srgbClr val="F8F8F6"/>
                </a:solidFill>
                <a:highlight>
                  <a:srgbClr val="1F1F1E"/>
                </a:highlight>
              </a:rPr>
              <a:t>The graph slide shows the visual of this information</a:t>
            </a:r>
          </a:p>
        </p:txBody>
      </p:sp>
    </p:spTree>
    <p:extLst>
      <p:ext uri="{BB962C8B-B14F-4D97-AF65-F5344CB8AC3E}">
        <p14:creationId xmlns:p14="http://schemas.microsoft.com/office/powerpoint/2010/main" val="1053616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A6A60-4E60-0790-9D8E-BEA95E515823}"/>
              </a:ext>
            </a:extLst>
          </p:cNvPr>
          <p:cNvSpPr>
            <a:spLocks noGrp="1"/>
          </p:cNvSpPr>
          <p:nvPr>
            <p:ph type="title"/>
          </p:nvPr>
        </p:nvSpPr>
        <p:spPr/>
        <p:txBody>
          <a:bodyPr/>
          <a:lstStyle/>
          <a:p>
            <a:r>
              <a:rPr lang="en-US"/>
              <a:t>Graphs</a:t>
            </a:r>
          </a:p>
        </p:txBody>
      </p:sp>
      <p:pic>
        <p:nvPicPr>
          <p:cNvPr id="4" name="Content Placeholder 3" descr="A graph with numbers and lines&#10;&#10;AI-generated content may be incorrect.">
            <a:extLst>
              <a:ext uri="{FF2B5EF4-FFF2-40B4-BE49-F238E27FC236}">
                <a16:creationId xmlns:a16="http://schemas.microsoft.com/office/drawing/2014/main" id="{BAF92A27-C7CC-01AC-0B27-41092EC41467}"/>
              </a:ext>
            </a:extLst>
          </p:cNvPr>
          <p:cNvPicPr>
            <a:picLocks noGrp="1" noChangeAspect="1"/>
          </p:cNvPicPr>
          <p:nvPr>
            <p:ph idx="1"/>
          </p:nvPr>
        </p:nvPicPr>
        <p:blipFill>
          <a:blip r:embed="rId2"/>
          <a:stretch>
            <a:fillRect/>
          </a:stretch>
        </p:blipFill>
        <p:spPr>
          <a:xfrm>
            <a:off x="279719" y="3135397"/>
            <a:ext cx="3577134" cy="2920002"/>
          </a:xfrm>
          <a:prstGeom prst="rect">
            <a:avLst/>
          </a:prstGeom>
        </p:spPr>
      </p:pic>
      <p:pic>
        <p:nvPicPr>
          <p:cNvPr id="5" name="Picture 4" descr="A graph with numbers and points&#10;&#10;AI-generated content may be incorrect.">
            <a:extLst>
              <a:ext uri="{FF2B5EF4-FFF2-40B4-BE49-F238E27FC236}">
                <a16:creationId xmlns:a16="http://schemas.microsoft.com/office/drawing/2014/main" id="{6C26676E-2579-F0B9-91CB-5291963B24E5}"/>
              </a:ext>
            </a:extLst>
          </p:cNvPr>
          <p:cNvPicPr>
            <a:picLocks noChangeAspect="1"/>
          </p:cNvPicPr>
          <p:nvPr/>
        </p:nvPicPr>
        <p:blipFill>
          <a:blip r:embed="rId3"/>
          <a:stretch>
            <a:fillRect/>
          </a:stretch>
        </p:blipFill>
        <p:spPr>
          <a:xfrm>
            <a:off x="4237653" y="2682552"/>
            <a:ext cx="3724470" cy="2915816"/>
          </a:xfrm>
          <a:prstGeom prst="rect">
            <a:avLst/>
          </a:prstGeom>
        </p:spPr>
      </p:pic>
      <p:pic>
        <p:nvPicPr>
          <p:cNvPr id="6" name="Picture 5" descr="A graph with numbers and points&#10;&#10;AI-generated content may be incorrect.">
            <a:extLst>
              <a:ext uri="{FF2B5EF4-FFF2-40B4-BE49-F238E27FC236}">
                <a16:creationId xmlns:a16="http://schemas.microsoft.com/office/drawing/2014/main" id="{FEA3D6CC-A441-8CE2-DB93-B8F13F15CC6A}"/>
              </a:ext>
            </a:extLst>
          </p:cNvPr>
          <p:cNvPicPr>
            <a:picLocks noChangeAspect="1"/>
          </p:cNvPicPr>
          <p:nvPr/>
        </p:nvPicPr>
        <p:blipFill>
          <a:blip r:embed="rId4"/>
          <a:stretch>
            <a:fillRect/>
          </a:stretch>
        </p:blipFill>
        <p:spPr>
          <a:xfrm>
            <a:off x="8347009" y="3137419"/>
            <a:ext cx="3576736" cy="2923592"/>
          </a:xfrm>
          <a:prstGeom prst="rect">
            <a:avLst/>
          </a:prstGeom>
        </p:spPr>
      </p:pic>
    </p:spTree>
    <p:extLst>
      <p:ext uri="{BB962C8B-B14F-4D97-AF65-F5344CB8AC3E}">
        <p14:creationId xmlns:p14="http://schemas.microsoft.com/office/powerpoint/2010/main" val="2067138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BDBF-2D1D-E81F-02C8-E27253460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F01E7A-645B-DCB7-E368-D81EEAD832A1}"/>
              </a:ext>
            </a:extLst>
          </p:cNvPr>
          <p:cNvSpPr>
            <a:spLocks noGrp="1"/>
          </p:cNvSpPr>
          <p:nvPr>
            <p:ph type="title"/>
          </p:nvPr>
        </p:nvSpPr>
        <p:spPr>
          <a:xfrm>
            <a:off x="3906856" y="2782486"/>
            <a:ext cx="4378287" cy="1293028"/>
          </a:xfrm>
        </p:spPr>
        <p:txBody>
          <a:bodyPr/>
          <a:lstStyle/>
          <a:p>
            <a:r>
              <a:rPr lang="en-US"/>
              <a:t>Final thoughts</a:t>
            </a:r>
          </a:p>
        </p:txBody>
      </p:sp>
    </p:spTree>
    <p:extLst>
      <p:ext uri="{BB962C8B-B14F-4D97-AF65-F5344CB8AC3E}">
        <p14:creationId xmlns:p14="http://schemas.microsoft.com/office/powerpoint/2010/main" val="1384915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4A706-6956-F534-79CE-2FD24DCD8EF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DFADFB3-3D44-49A8-AE3B-A87C61607F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12" name="Picture 11">
            <a:extLst>
              <a:ext uri="{FF2B5EF4-FFF2-40B4-BE49-F238E27FC236}">
                <a16:creationId xmlns:a16="http://schemas.microsoft.com/office/drawing/2014/main" id="{BB912AE0-CAD9-4F8F-A2A2-BDF07D4EDD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14" name="Rectangle 13">
            <a:extLst>
              <a:ext uri="{FF2B5EF4-FFF2-40B4-BE49-F238E27FC236}">
                <a16:creationId xmlns:a16="http://schemas.microsoft.com/office/drawing/2014/main" id="{BD7C2DEF-63C5-495B-BBE5-720E5D12B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E21E403-0B61-4473-BE57-AB0F163796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1">
            <a:extLst>
              <a:ext uri="{FF2B5EF4-FFF2-40B4-BE49-F238E27FC236}">
                <a16:creationId xmlns:a16="http://schemas.microsoft.com/office/drawing/2014/main" id="{C42E5BA0-5325-EC80-C048-5E539B1B08F2}"/>
              </a:ext>
            </a:extLst>
          </p:cNvPr>
          <p:cNvSpPr>
            <a:spLocks noGrp="1"/>
          </p:cNvSpPr>
          <p:nvPr>
            <p:ph type="title"/>
          </p:nvPr>
        </p:nvSpPr>
        <p:spPr>
          <a:xfrm>
            <a:off x="636696" y="643464"/>
            <a:ext cx="3761964" cy="3273061"/>
          </a:xfrm>
          <a:noFill/>
          <a:ln w="19050">
            <a:noFill/>
            <a:prstDash val="dash"/>
          </a:ln>
        </p:spPr>
        <p:txBody>
          <a:bodyPr vert="horz" lIns="91440" tIns="45720" rIns="91440" bIns="45720" rtlCol="0" anchor="b">
            <a:normAutofit/>
          </a:bodyPr>
          <a:lstStyle/>
          <a:p>
            <a:r>
              <a:rPr lang="en-US" sz="4800"/>
              <a:t>Q&amp;A</a:t>
            </a:r>
          </a:p>
        </p:txBody>
      </p:sp>
      <p:sp>
        <p:nvSpPr>
          <p:cNvPr id="3" name="Content Placeholder 2">
            <a:extLst>
              <a:ext uri="{FF2B5EF4-FFF2-40B4-BE49-F238E27FC236}">
                <a16:creationId xmlns:a16="http://schemas.microsoft.com/office/drawing/2014/main" id="{CF73E71A-0803-34FB-7863-A7CA3BC22C96}"/>
              </a:ext>
            </a:extLst>
          </p:cNvPr>
          <p:cNvSpPr>
            <a:spLocks noGrp="1"/>
          </p:cNvSpPr>
          <p:nvPr>
            <p:ph idx="1"/>
          </p:nvPr>
        </p:nvSpPr>
        <p:spPr>
          <a:xfrm>
            <a:off x="636695" y="3923151"/>
            <a:ext cx="3761965" cy="2293885"/>
          </a:xfrm>
          <a:noFill/>
          <a:ln w="19050">
            <a:noFill/>
            <a:prstDash val="dash"/>
          </a:ln>
        </p:spPr>
        <p:txBody>
          <a:bodyPr vert="horz" lIns="91440" tIns="45720" rIns="91440" bIns="45720" rtlCol="0">
            <a:normAutofit/>
          </a:bodyPr>
          <a:lstStyle/>
          <a:p>
            <a:pPr marL="0" indent="0" algn="r">
              <a:buNone/>
            </a:pPr>
            <a:r>
              <a:rPr lang="en-US" sz="2000"/>
              <a:t> </a:t>
            </a:r>
          </a:p>
        </p:txBody>
      </p:sp>
      <p:pic>
        <p:nvPicPr>
          <p:cNvPr id="7" name="Graphic 6" descr="Help">
            <a:extLst>
              <a:ext uri="{FF2B5EF4-FFF2-40B4-BE49-F238E27FC236}">
                <a16:creationId xmlns:a16="http://schemas.microsoft.com/office/drawing/2014/main" id="{0A56A407-9A7E-093E-508D-B75A7E49687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78097" y="941122"/>
            <a:ext cx="5115048" cy="5115048"/>
          </a:xfrm>
          <a:prstGeom prst="rect">
            <a:avLst/>
          </a:prstGeom>
        </p:spPr>
      </p:pic>
    </p:spTree>
    <p:extLst>
      <p:ext uri="{BB962C8B-B14F-4D97-AF65-F5344CB8AC3E}">
        <p14:creationId xmlns:p14="http://schemas.microsoft.com/office/powerpoint/2010/main" val="3031722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1B4C7-B1B8-A5BF-D6D8-5D1196830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05DF1-F34E-192B-E075-72EF818B3BF7}"/>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0A7022CA-04AA-6939-289E-0274B602B569}"/>
              </a:ext>
            </a:extLst>
          </p:cNvPr>
          <p:cNvSpPr>
            <a:spLocks noGrp="1"/>
          </p:cNvSpPr>
          <p:nvPr>
            <p:ph idx="1"/>
          </p:nvPr>
        </p:nvSpPr>
        <p:spPr/>
        <p:txBody>
          <a:bodyPr/>
          <a:lstStyle/>
          <a:p>
            <a:r>
              <a:rPr lang="en-US"/>
              <a:t>https://www.geeksforgeeks.org/machine-learning/introduction-to-ant-colony-optimization/</a:t>
            </a:r>
          </a:p>
          <a:p>
            <a:r>
              <a:rPr lang="en-US"/>
              <a:t>https://www.youtube.com/watch?v=1qpvpOHGRqA</a:t>
            </a:r>
          </a:p>
          <a:p>
            <a:r>
              <a:rPr lang="en-US"/>
              <a:t>https://www.youtube.com/watch?v=783ZtAF4j5g</a:t>
            </a:r>
          </a:p>
          <a:p>
            <a:r>
              <a:rPr lang="en-US"/>
              <a:t>https://www.youtube.com/watch?v=u7bQomllcJw&amp;t=16s</a:t>
            </a:r>
          </a:p>
          <a:p>
            <a:r>
              <a:rPr lang="en-US"/>
              <a:t>https://www.youtube.com/watch?v=qfeymoF8pb4&amp;t=1s</a:t>
            </a:r>
          </a:p>
        </p:txBody>
      </p:sp>
    </p:spTree>
    <p:extLst>
      <p:ext uri="{BB962C8B-B14F-4D97-AF65-F5344CB8AC3E}">
        <p14:creationId xmlns:p14="http://schemas.microsoft.com/office/powerpoint/2010/main" val="400347314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6fecaf8-3dc0-4d2c-b8b8-eff0ddea46f0}" enabled="0" method="" siteId="{66fecaf8-3dc0-4d2c-b8b8-eff0ddea46f0}" removed="1"/>
</clbl:labelList>
</file>

<file path=docProps/app.xml><?xml version="1.0" encoding="utf-8"?>
<Properties xmlns="http://schemas.openxmlformats.org/officeDocument/2006/extended-properties" xmlns:vt="http://schemas.openxmlformats.org/officeDocument/2006/docPropsVTypes">
  <Template>TM04033937[[fn=Vapor Trail]]</Template>
  <Application>Microsoft Office PowerPoint</Application>
  <PresentationFormat>Widescreen</PresentationFormat>
  <Slides>16</Slides>
  <Notes>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Vapor Trail</vt:lpstr>
      <vt:lpstr>Network Routing Optimization</vt:lpstr>
      <vt:lpstr>Github repository QR code</vt:lpstr>
      <vt:lpstr>What is “network routing optimization?”</vt:lpstr>
      <vt:lpstr>Algorithms used</vt:lpstr>
      <vt:lpstr>PowerPoint Presentation</vt:lpstr>
      <vt:lpstr> THe Data-genERATION</vt:lpstr>
      <vt:lpstr>What does Dijkstra’s Algorithm do?</vt:lpstr>
      <vt:lpstr>How does the A* algorithm work?</vt:lpstr>
      <vt:lpstr>How does the Ant colony optimization (ACO) algorithm work?</vt:lpstr>
      <vt:lpstr>Describe bellman ford</vt:lpstr>
      <vt:lpstr>IMPLEMENTATION</vt:lpstr>
      <vt:lpstr>Code Output discussion</vt:lpstr>
      <vt:lpstr>Graphs</vt:lpstr>
      <vt:lpstr>Final thoughts</vt:lpstr>
      <vt:lpstr>Q&amp;A</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DeSha, Eli (ecdesha42)</dc:creator>
  <cp:revision>1</cp:revision>
  <dcterms:created xsi:type="dcterms:W3CDTF">2026-04-27T18:26:16Z</dcterms:created>
  <dcterms:modified xsi:type="dcterms:W3CDTF">2026-04-27T22:48:49Z</dcterms:modified>
</cp:coreProperties>
</file>